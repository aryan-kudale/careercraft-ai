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257" r:id="rId3"/>
    <p:sldId id="258" r:id="rId4"/>
    <p:sldId id="259" r:id="rId5"/>
    <p:sldId id="261" r:id="rId6"/>
    <p:sldId id="262" r:id="rId7"/>
    <p:sldId id="263" r:id="rId8"/>
    <p:sldId id="275" r:id="rId9"/>
    <p:sldId id="276" r:id="rId10"/>
    <p:sldId id="282" r:id="rId11"/>
    <p:sldId id="277" r:id="rId12"/>
    <p:sldId id="278" r:id="rId13"/>
    <p:sldId id="279" r:id="rId14"/>
    <p:sldId id="280" r:id="rId15"/>
    <p:sldId id="283" r:id="rId16"/>
    <p:sldId id="264" r:id="rId17"/>
    <p:sldId id="284" r:id="rId18"/>
    <p:sldId id="285" r:id="rId19"/>
    <p:sldId id="286" r:id="rId20"/>
    <p:sldId id="287" r:id="rId21"/>
    <p:sldId id="288" r:id="rId22"/>
    <p:sldId id="290" r:id="rId23"/>
    <p:sldId id="289" r:id="rId24"/>
    <p:sldId id="291" r:id="rId25"/>
    <p:sldId id="265" r:id="rId26"/>
    <p:sldId id="268" r:id="rId27"/>
    <p:sldId id="292" r:id="rId28"/>
    <p:sldId id="267" r:id="rId29"/>
    <p:sldId id="269" r:id="rId30"/>
    <p:sldId id="270" r:id="rId31"/>
    <p:sldId id="271" r:id="rId32"/>
    <p:sldId id="272" r:id="rId33"/>
    <p:sldId id="273" r:id="rId34"/>
    <p:sldId id="274" r:id="rId35"/>
    <p:sldId id="293" r:id="rId36"/>
    <p:sldId id="260"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CD6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9F6CBC-0CE2-4AA7-8F2C-E454534D9CC1}" v="5" dt="2026-07-08T14:28:44.8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yank019@outlook.com" userId="aee06d440a02db21" providerId="LiveId" clId="{163C2355-5607-4A09-B475-230C0B33EE1A}"/>
    <pc:docChg chg="undo custSel addSld modSld sldOrd">
      <pc:chgData name="aryank019@outlook.com" userId="aee06d440a02db21" providerId="LiveId" clId="{163C2355-5607-4A09-B475-230C0B33EE1A}" dt="2026-07-09T10:07:37.464" v="2343" actId="14100"/>
      <pc:docMkLst>
        <pc:docMk/>
      </pc:docMkLst>
      <pc:sldChg chg="modSp mod">
        <pc:chgData name="aryank019@outlook.com" userId="aee06d440a02db21" providerId="LiveId" clId="{163C2355-5607-4A09-B475-230C0B33EE1A}" dt="2026-07-08T12:48:04.181" v="2" actId="12"/>
        <pc:sldMkLst>
          <pc:docMk/>
          <pc:sldMk cId="417981580" sldId="258"/>
        </pc:sldMkLst>
        <pc:spChg chg="mod">
          <ac:chgData name="aryank019@outlook.com" userId="aee06d440a02db21" providerId="LiveId" clId="{163C2355-5607-4A09-B475-230C0B33EE1A}" dt="2026-07-08T12:48:04.181" v="2" actId="12"/>
          <ac:spMkLst>
            <pc:docMk/>
            <pc:sldMk cId="417981580" sldId="258"/>
            <ac:spMk id="2" creationId="{6ECA2E05-1CDC-61A2-17E5-CEC4C1622AC8}"/>
          </ac:spMkLst>
        </pc:spChg>
      </pc:sldChg>
      <pc:sldChg chg="modSp mod">
        <pc:chgData name="aryank019@outlook.com" userId="aee06d440a02db21" providerId="LiveId" clId="{163C2355-5607-4A09-B475-230C0B33EE1A}" dt="2026-07-08T12:57:21.039" v="287" actId="255"/>
        <pc:sldMkLst>
          <pc:docMk/>
          <pc:sldMk cId="2145221785" sldId="259"/>
        </pc:sldMkLst>
        <pc:spChg chg="mod">
          <ac:chgData name="aryank019@outlook.com" userId="aee06d440a02db21" providerId="LiveId" clId="{163C2355-5607-4A09-B475-230C0B33EE1A}" dt="2026-07-08T12:57:21.039" v="287" actId="255"/>
          <ac:spMkLst>
            <pc:docMk/>
            <pc:sldMk cId="2145221785" sldId="259"/>
            <ac:spMk id="4" creationId="{01B4E929-B659-97F2-092E-F57BCFCA455D}"/>
          </ac:spMkLst>
        </pc:spChg>
      </pc:sldChg>
      <pc:sldChg chg="addSp delSp modSp mod">
        <pc:chgData name="aryank019@outlook.com" userId="aee06d440a02db21" providerId="LiveId" clId="{163C2355-5607-4A09-B475-230C0B33EE1A}" dt="2026-07-08T14:29:48.243" v="2246" actId="20577"/>
        <pc:sldMkLst>
          <pc:docMk/>
          <pc:sldMk cId="2659165409" sldId="261"/>
        </pc:sldMkLst>
        <pc:spChg chg="mod">
          <ac:chgData name="aryank019@outlook.com" userId="aee06d440a02db21" providerId="LiveId" clId="{163C2355-5607-4A09-B475-230C0B33EE1A}" dt="2026-07-08T14:29:48.243" v="2246" actId="20577"/>
          <ac:spMkLst>
            <pc:docMk/>
            <pc:sldMk cId="2659165409" sldId="261"/>
            <ac:spMk id="2" creationId="{D7BC968A-44BA-5AD3-FD59-7FB6764DBD0F}"/>
          </ac:spMkLst>
        </pc:spChg>
        <pc:graphicFrameChg chg="add mod modGraphic">
          <ac:chgData name="aryank019@outlook.com" userId="aee06d440a02db21" providerId="LiveId" clId="{163C2355-5607-4A09-B475-230C0B33EE1A}" dt="2026-07-08T14:28:44.461" v="2186" actId="14100"/>
          <ac:graphicFrameMkLst>
            <pc:docMk/>
            <pc:sldMk cId="2659165409" sldId="261"/>
            <ac:graphicFrameMk id="3" creationId="{C97F6442-5FFE-7467-46B3-E83ACDC9B0A1}"/>
          </ac:graphicFrameMkLst>
        </pc:graphicFrameChg>
        <pc:graphicFrameChg chg="add del mod modGraphic">
          <ac:chgData name="aryank019@outlook.com" userId="aee06d440a02db21" providerId="LiveId" clId="{163C2355-5607-4A09-B475-230C0B33EE1A}" dt="2026-07-08T14:28:43.378" v="2184" actId="3680"/>
          <ac:graphicFrameMkLst>
            <pc:docMk/>
            <pc:sldMk cId="2659165409" sldId="261"/>
            <ac:graphicFrameMk id="4" creationId="{7363EC0C-E945-43D2-51D1-8634D080156A}"/>
          </ac:graphicFrameMkLst>
        </pc:graphicFrameChg>
      </pc:sldChg>
      <pc:sldChg chg="modSp mod">
        <pc:chgData name="aryank019@outlook.com" userId="aee06d440a02db21" providerId="LiveId" clId="{163C2355-5607-4A09-B475-230C0B33EE1A}" dt="2026-07-08T14:25:39.390" v="2165" actId="255"/>
        <pc:sldMkLst>
          <pc:docMk/>
          <pc:sldMk cId="3444060949" sldId="262"/>
        </pc:sldMkLst>
        <pc:spChg chg="mod">
          <ac:chgData name="aryank019@outlook.com" userId="aee06d440a02db21" providerId="LiveId" clId="{163C2355-5607-4A09-B475-230C0B33EE1A}" dt="2026-07-08T14:25:39.390" v="2165" actId="255"/>
          <ac:spMkLst>
            <pc:docMk/>
            <pc:sldMk cId="3444060949" sldId="262"/>
            <ac:spMk id="2" creationId="{DDE4977C-9837-F23C-BDF2-3246FDEAB1E3}"/>
          </ac:spMkLst>
        </pc:spChg>
      </pc:sldChg>
      <pc:sldChg chg="addSp delSp modSp mod">
        <pc:chgData name="aryank019@outlook.com" userId="aee06d440a02db21" providerId="LiveId" clId="{163C2355-5607-4A09-B475-230C0B33EE1A}" dt="2026-07-08T13:06:50.875" v="321" actId="14100"/>
        <pc:sldMkLst>
          <pc:docMk/>
          <pc:sldMk cId="2472877343" sldId="263"/>
        </pc:sldMkLst>
        <pc:spChg chg="mod">
          <ac:chgData name="aryank019@outlook.com" userId="aee06d440a02db21" providerId="LiveId" clId="{163C2355-5607-4A09-B475-230C0B33EE1A}" dt="2026-07-08T13:06:31.770" v="316" actId="20577"/>
          <ac:spMkLst>
            <pc:docMk/>
            <pc:sldMk cId="2472877343" sldId="263"/>
            <ac:spMk id="2" creationId="{B707B111-C612-73C2-5770-55C888E2C810}"/>
          </ac:spMkLst>
        </pc:spChg>
        <pc:picChg chg="del">
          <ac:chgData name="aryank019@outlook.com" userId="aee06d440a02db21" providerId="LiveId" clId="{163C2355-5607-4A09-B475-230C0B33EE1A}" dt="2026-07-08T13:02:03.612" v="288" actId="478"/>
          <ac:picMkLst>
            <pc:docMk/>
            <pc:sldMk cId="2472877343" sldId="263"/>
            <ac:picMk id="4" creationId="{0C606537-0FDF-81E4-3ECD-54B8B5F4187F}"/>
          </ac:picMkLst>
        </pc:picChg>
        <pc:picChg chg="add mod">
          <ac:chgData name="aryank019@outlook.com" userId="aee06d440a02db21" providerId="LiveId" clId="{163C2355-5607-4A09-B475-230C0B33EE1A}" dt="2026-07-08T13:06:50.875" v="321" actId="14100"/>
          <ac:picMkLst>
            <pc:docMk/>
            <pc:sldMk cId="2472877343" sldId="263"/>
            <ac:picMk id="5" creationId="{315AE8BA-C283-7193-81CD-8521743950AE}"/>
          </ac:picMkLst>
        </pc:picChg>
      </pc:sldChg>
      <pc:sldChg chg="modSp mod">
        <pc:chgData name="aryank019@outlook.com" userId="aee06d440a02db21" providerId="LiveId" clId="{163C2355-5607-4A09-B475-230C0B33EE1A}" dt="2026-07-08T13:21:08.209" v="406" actId="14100"/>
        <pc:sldMkLst>
          <pc:docMk/>
          <pc:sldMk cId="2663906722" sldId="264"/>
        </pc:sldMkLst>
        <pc:spChg chg="mod">
          <ac:chgData name="aryank019@outlook.com" userId="aee06d440a02db21" providerId="LiveId" clId="{163C2355-5607-4A09-B475-230C0B33EE1A}" dt="2026-07-08T13:20:58.603" v="404" actId="20577"/>
          <ac:spMkLst>
            <pc:docMk/>
            <pc:sldMk cId="2663906722" sldId="264"/>
            <ac:spMk id="2" creationId="{9F96B2BC-373C-6C87-B2E8-87920A4F149D}"/>
          </ac:spMkLst>
        </pc:spChg>
        <pc:picChg chg="mod">
          <ac:chgData name="aryank019@outlook.com" userId="aee06d440a02db21" providerId="LiveId" clId="{163C2355-5607-4A09-B475-230C0B33EE1A}" dt="2026-07-08T13:21:08.209" v="406" actId="14100"/>
          <ac:picMkLst>
            <pc:docMk/>
            <pc:sldMk cId="2663906722" sldId="264"/>
            <ac:picMk id="4" creationId="{0967C164-36FB-2CD2-4A21-289946161F61}"/>
          </ac:picMkLst>
        </pc:picChg>
      </pc:sldChg>
      <pc:sldChg chg="modSp mod">
        <pc:chgData name="aryank019@outlook.com" userId="aee06d440a02db21" providerId="LiveId" clId="{163C2355-5607-4A09-B475-230C0B33EE1A}" dt="2026-07-08T13:25:11.923" v="439" actId="12"/>
        <pc:sldMkLst>
          <pc:docMk/>
          <pc:sldMk cId="1164815838" sldId="265"/>
        </pc:sldMkLst>
        <pc:spChg chg="mod">
          <ac:chgData name="aryank019@outlook.com" userId="aee06d440a02db21" providerId="LiveId" clId="{163C2355-5607-4A09-B475-230C0B33EE1A}" dt="2026-07-08T13:25:11.923" v="439" actId="12"/>
          <ac:spMkLst>
            <pc:docMk/>
            <pc:sldMk cId="1164815838" sldId="265"/>
            <ac:spMk id="2" creationId="{BF2F9D0E-B304-993C-1C36-793AE3BF96C2}"/>
          </ac:spMkLst>
        </pc:spChg>
      </pc:sldChg>
      <pc:sldChg chg="delSp modSp mod ord">
        <pc:chgData name="aryank019@outlook.com" userId="aee06d440a02db21" providerId="LiveId" clId="{163C2355-5607-4A09-B475-230C0B33EE1A}" dt="2026-07-08T14:19:36.827" v="1628"/>
        <pc:sldMkLst>
          <pc:docMk/>
          <pc:sldMk cId="4284356729" sldId="267"/>
        </pc:sldMkLst>
        <pc:spChg chg="mod">
          <ac:chgData name="aryank019@outlook.com" userId="aee06d440a02db21" providerId="LiveId" clId="{163C2355-5607-4A09-B475-230C0B33EE1A}" dt="2026-07-08T14:19:27.562" v="1625" actId="20577"/>
          <ac:spMkLst>
            <pc:docMk/>
            <pc:sldMk cId="4284356729" sldId="267"/>
            <ac:spMk id="2" creationId="{E4FDFCAD-5B44-A1BF-1ACE-B898BD6EC131}"/>
          </ac:spMkLst>
        </pc:spChg>
        <pc:spChg chg="del mod">
          <ac:chgData name="aryank019@outlook.com" userId="aee06d440a02db21" providerId="LiveId" clId="{163C2355-5607-4A09-B475-230C0B33EE1A}" dt="2026-07-08T14:19:36.827" v="1628"/>
          <ac:spMkLst>
            <pc:docMk/>
            <pc:sldMk cId="4284356729" sldId="267"/>
            <ac:spMk id="3" creationId="{2A09DB32-D238-D9F2-A34C-092C472BDE20}"/>
          </ac:spMkLst>
        </pc:spChg>
      </pc:sldChg>
      <pc:sldChg chg="modSp mod">
        <pc:chgData name="aryank019@outlook.com" userId="aee06d440a02db21" providerId="LiveId" clId="{163C2355-5607-4A09-B475-230C0B33EE1A}" dt="2026-07-08T14:02:01.005" v="1563" actId="255"/>
        <pc:sldMkLst>
          <pc:docMk/>
          <pc:sldMk cId="1230372504" sldId="268"/>
        </pc:sldMkLst>
        <pc:spChg chg="mod">
          <ac:chgData name="aryank019@outlook.com" userId="aee06d440a02db21" providerId="LiveId" clId="{163C2355-5607-4A09-B475-230C0B33EE1A}" dt="2026-07-08T14:02:01.005" v="1563" actId="255"/>
          <ac:spMkLst>
            <pc:docMk/>
            <pc:sldMk cId="1230372504" sldId="268"/>
            <ac:spMk id="2" creationId="{618A3AB5-420C-D79E-7C06-820253E70E0A}"/>
          </ac:spMkLst>
        </pc:spChg>
      </pc:sldChg>
      <pc:sldChg chg="modSp mod">
        <pc:chgData name="aryank019@outlook.com" userId="aee06d440a02db21" providerId="LiveId" clId="{163C2355-5607-4A09-B475-230C0B33EE1A}" dt="2026-07-09T09:26:34.345" v="2335" actId="20577"/>
        <pc:sldMkLst>
          <pc:docMk/>
          <pc:sldMk cId="1448789884" sldId="275"/>
        </pc:sldMkLst>
        <pc:spChg chg="mod">
          <ac:chgData name="aryank019@outlook.com" userId="aee06d440a02db21" providerId="LiveId" clId="{163C2355-5607-4A09-B475-230C0B33EE1A}" dt="2026-07-09T09:26:34.345" v="2335" actId="20577"/>
          <ac:spMkLst>
            <pc:docMk/>
            <pc:sldMk cId="1448789884" sldId="275"/>
            <ac:spMk id="2" creationId="{1A9331BD-9F3D-E1F3-C03A-A74C7A2878AD}"/>
          </ac:spMkLst>
        </pc:spChg>
      </pc:sldChg>
      <pc:sldChg chg="addSp delSp modSp mod">
        <pc:chgData name="aryank019@outlook.com" userId="aee06d440a02db21" providerId="LiveId" clId="{163C2355-5607-4A09-B475-230C0B33EE1A}" dt="2026-07-08T13:26:25.197" v="443" actId="1076"/>
        <pc:sldMkLst>
          <pc:docMk/>
          <pc:sldMk cId="1171254877" sldId="276"/>
        </pc:sldMkLst>
        <pc:spChg chg="mod">
          <ac:chgData name="aryank019@outlook.com" userId="aee06d440a02db21" providerId="LiveId" clId="{163C2355-5607-4A09-B475-230C0B33EE1A}" dt="2026-07-08T13:26:25.197" v="443" actId="1076"/>
          <ac:spMkLst>
            <pc:docMk/>
            <pc:sldMk cId="1171254877" sldId="276"/>
            <ac:spMk id="6" creationId="{00A959B2-9E20-5ABA-DA42-7DE6A1688955}"/>
          </ac:spMkLst>
        </pc:spChg>
        <pc:picChg chg="add del mod">
          <ac:chgData name="aryank019@outlook.com" userId="aee06d440a02db21" providerId="LiveId" clId="{163C2355-5607-4A09-B475-230C0B33EE1A}" dt="2026-07-08T13:07:29.814" v="324" actId="478"/>
          <ac:picMkLst>
            <pc:docMk/>
            <pc:sldMk cId="1171254877" sldId="276"/>
            <ac:picMk id="3" creationId="{64978549-52B2-317C-0846-AA8E806DBA52}"/>
          </ac:picMkLst>
        </pc:picChg>
        <pc:picChg chg="del">
          <ac:chgData name="aryank019@outlook.com" userId="aee06d440a02db21" providerId="LiveId" clId="{163C2355-5607-4A09-B475-230C0B33EE1A}" dt="2026-07-08T13:07:05.611" v="322" actId="478"/>
          <ac:picMkLst>
            <pc:docMk/>
            <pc:sldMk cId="1171254877" sldId="276"/>
            <ac:picMk id="5" creationId="{E330F675-81F0-C538-4A1C-A32EC3BF621C}"/>
          </ac:picMkLst>
        </pc:picChg>
        <pc:picChg chg="add del mod">
          <ac:chgData name="aryank019@outlook.com" userId="aee06d440a02db21" providerId="LiveId" clId="{163C2355-5607-4A09-B475-230C0B33EE1A}" dt="2026-07-08T13:08:08.395" v="326" actId="478"/>
          <ac:picMkLst>
            <pc:docMk/>
            <pc:sldMk cId="1171254877" sldId="276"/>
            <ac:picMk id="7" creationId="{AE7A05DD-AB2C-3AC1-8BCD-96460A02CE59}"/>
          </ac:picMkLst>
        </pc:picChg>
        <pc:picChg chg="add mod">
          <ac:chgData name="aryank019@outlook.com" userId="aee06d440a02db21" providerId="LiveId" clId="{163C2355-5607-4A09-B475-230C0B33EE1A}" dt="2026-07-08T13:08:39.576" v="332" actId="14100"/>
          <ac:picMkLst>
            <pc:docMk/>
            <pc:sldMk cId="1171254877" sldId="276"/>
            <ac:picMk id="9" creationId="{C93887DC-4B4D-4BA2-40EF-1CB34F7308D2}"/>
          </ac:picMkLst>
        </pc:picChg>
        <pc:picChg chg="add mod">
          <ac:chgData name="aryank019@outlook.com" userId="aee06d440a02db21" providerId="LiveId" clId="{163C2355-5607-4A09-B475-230C0B33EE1A}" dt="2026-07-08T13:26:20.923" v="442" actId="1076"/>
          <ac:picMkLst>
            <pc:docMk/>
            <pc:sldMk cId="1171254877" sldId="276"/>
            <ac:picMk id="11" creationId="{BC49D381-5844-53BC-A089-0FF035EC86C0}"/>
          </ac:picMkLst>
        </pc:picChg>
      </pc:sldChg>
      <pc:sldChg chg="addSp modSp new mod">
        <pc:chgData name="aryank019@outlook.com" userId="aee06d440a02db21" providerId="LiveId" clId="{163C2355-5607-4A09-B475-230C0B33EE1A}" dt="2026-07-08T13:29:52.147" v="525" actId="14100"/>
        <pc:sldMkLst>
          <pc:docMk/>
          <pc:sldMk cId="510602876" sldId="284"/>
        </pc:sldMkLst>
        <pc:spChg chg="add mod">
          <ac:chgData name="aryank019@outlook.com" userId="aee06d440a02db21" providerId="LiveId" clId="{163C2355-5607-4A09-B475-230C0B33EE1A}" dt="2026-07-08T13:29:24.940" v="521" actId="255"/>
          <ac:spMkLst>
            <pc:docMk/>
            <pc:sldMk cId="510602876" sldId="284"/>
            <ac:spMk id="2" creationId="{15C71D3F-469F-EEF8-3D5A-C60F5C2E46AD}"/>
          </ac:spMkLst>
        </pc:spChg>
        <pc:picChg chg="add mod">
          <ac:chgData name="aryank019@outlook.com" userId="aee06d440a02db21" providerId="LiveId" clId="{163C2355-5607-4A09-B475-230C0B33EE1A}" dt="2026-07-08T13:29:52.147" v="525" actId="14100"/>
          <ac:picMkLst>
            <pc:docMk/>
            <pc:sldMk cId="510602876" sldId="284"/>
            <ac:picMk id="4" creationId="{D4721413-AFD7-A61B-5F0E-C37B841C89B2}"/>
          </ac:picMkLst>
        </pc:picChg>
      </pc:sldChg>
      <pc:sldChg chg="addSp modSp new mod">
        <pc:chgData name="aryank019@outlook.com" userId="aee06d440a02db21" providerId="LiveId" clId="{163C2355-5607-4A09-B475-230C0B33EE1A}" dt="2026-07-08T13:30:58.101" v="568" actId="255"/>
        <pc:sldMkLst>
          <pc:docMk/>
          <pc:sldMk cId="2236768250" sldId="285"/>
        </pc:sldMkLst>
        <pc:spChg chg="add mod">
          <ac:chgData name="aryank019@outlook.com" userId="aee06d440a02db21" providerId="LiveId" clId="{163C2355-5607-4A09-B475-230C0B33EE1A}" dt="2026-07-08T13:30:58.101" v="568" actId="255"/>
          <ac:spMkLst>
            <pc:docMk/>
            <pc:sldMk cId="2236768250" sldId="285"/>
            <ac:spMk id="4" creationId="{E26F8D86-02B1-A8E1-10A9-5E7D331C9D9A}"/>
          </ac:spMkLst>
        </pc:spChg>
        <pc:picChg chg="add mod">
          <ac:chgData name="aryank019@outlook.com" userId="aee06d440a02db21" providerId="LiveId" clId="{163C2355-5607-4A09-B475-230C0B33EE1A}" dt="2026-07-08T13:30:17.946" v="528" actId="1076"/>
          <ac:picMkLst>
            <pc:docMk/>
            <pc:sldMk cId="2236768250" sldId="285"/>
            <ac:picMk id="3" creationId="{F3DE777E-E9F9-A006-AA95-021B43294B2D}"/>
          </ac:picMkLst>
        </pc:picChg>
      </pc:sldChg>
      <pc:sldChg chg="addSp modSp new mod">
        <pc:chgData name="aryank019@outlook.com" userId="aee06d440a02db21" providerId="LiveId" clId="{163C2355-5607-4A09-B475-230C0B33EE1A}" dt="2026-07-08T13:37:16.654" v="600" actId="1076"/>
        <pc:sldMkLst>
          <pc:docMk/>
          <pc:sldMk cId="2056988786" sldId="286"/>
        </pc:sldMkLst>
        <pc:picChg chg="add mod ord">
          <ac:chgData name="aryank019@outlook.com" userId="aee06d440a02db21" providerId="LiveId" clId="{163C2355-5607-4A09-B475-230C0B33EE1A}" dt="2026-07-08T13:37:01.926" v="598" actId="167"/>
          <ac:picMkLst>
            <pc:docMk/>
            <pc:sldMk cId="2056988786" sldId="286"/>
            <ac:picMk id="3" creationId="{9C13C4BF-5AC7-D2E4-04C4-20FBC076E9A8}"/>
          </ac:picMkLst>
        </pc:picChg>
        <pc:picChg chg="add mod ord">
          <ac:chgData name="aryank019@outlook.com" userId="aee06d440a02db21" providerId="LiveId" clId="{163C2355-5607-4A09-B475-230C0B33EE1A}" dt="2026-07-08T13:37:16.654" v="600" actId="1076"/>
          <ac:picMkLst>
            <pc:docMk/>
            <pc:sldMk cId="2056988786" sldId="286"/>
            <ac:picMk id="5" creationId="{70FF7EA9-CE5D-A3DA-C912-8D2D430A978E}"/>
          </ac:picMkLst>
        </pc:picChg>
      </pc:sldChg>
      <pc:sldChg chg="addSp delSp modSp new mod">
        <pc:chgData name="aryank019@outlook.com" userId="aee06d440a02db21" providerId="LiveId" clId="{163C2355-5607-4A09-B475-230C0B33EE1A}" dt="2026-07-08T13:45:24.984" v="902" actId="1076"/>
        <pc:sldMkLst>
          <pc:docMk/>
          <pc:sldMk cId="882724719" sldId="287"/>
        </pc:sldMkLst>
        <pc:spChg chg="add mod">
          <ac:chgData name="aryank019@outlook.com" userId="aee06d440a02db21" providerId="LiveId" clId="{163C2355-5607-4A09-B475-230C0B33EE1A}" dt="2026-07-08T13:45:24.984" v="902" actId="1076"/>
          <ac:spMkLst>
            <pc:docMk/>
            <pc:sldMk cId="882724719" sldId="287"/>
            <ac:spMk id="6" creationId="{FBEE0D23-E1C4-80AF-9349-7038608A950B}"/>
          </ac:spMkLst>
        </pc:spChg>
        <pc:spChg chg="add mod">
          <ac:chgData name="aryank019@outlook.com" userId="aee06d440a02db21" providerId="LiveId" clId="{163C2355-5607-4A09-B475-230C0B33EE1A}" dt="2026-07-08T13:45:18.045" v="901" actId="1076"/>
          <ac:spMkLst>
            <pc:docMk/>
            <pc:sldMk cId="882724719" sldId="287"/>
            <ac:spMk id="7" creationId="{EF084C1D-7EC5-0164-E0C4-31BFE59A09FD}"/>
          </ac:spMkLst>
        </pc:spChg>
        <pc:picChg chg="add mod ord">
          <ac:chgData name="aryank019@outlook.com" userId="aee06d440a02db21" providerId="LiveId" clId="{163C2355-5607-4A09-B475-230C0B33EE1A}" dt="2026-07-08T13:45:02.774" v="898" actId="14100"/>
          <ac:picMkLst>
            <pc:docMk/>
            <pc:sldMk cId="882724719" sldId="287"/>
            <ac:picMk id="3" creationId="{503B087F-C056-426A-10D7-C8B528CE3701}"/>
          </ac:picMkLst>
        </pc:picChg>
        <pc:picChg chg="add del mod ord">
          <ac:chgData name="aryank019@outlook.com" userId="aee06d440a02db21" providerId="LiveId" clId="{163C2355-5607-4A09-B475-230C0B33EE1A}" dt="2026-07-08T13:43:44.112" v="882" actId="478"/>
          <ac:picMkLst>
            <pc:docMk/>
            <pc:sldMk cId="882724719" sldId="287"/>
            <ac:picMk id="5" creationId="{E01BF812-BE5A-1F5F-F477-F29620D2B3F5}"/>
          </ac:picMkLst>
        </pc:picChg>
        <pc:picChg chg="add mod ord">
          <ac:chgData name="aryank019@outlook.com" userId="aee06d440a02db21" providerId="LiveId" clId="{163C2355-5607-4A09-B475-230C0B33EE1A}" dt="2026-07-08T13:44:52.985" v="893" actId="167"/>
          <ac:picMkLst>
            <pc:docMk/>
            <pc:sldMk cId="882724719" sldId="287"/>
            <ac:picMk id="9" creationId="{AAFB1572-D549-5BBA-6D1C-8CFE79163344}"/>
          </ac:picMkLst>
        </pc:picChg>
      </pc:sldChg>
      <pc:sldChg chg="addSp delSp modSp new mod">
        <pc:chgData name="aryank019@outlook.com" userId="aee06d440a02db21" providerId="LiveId" clId="{163C2355-5607-4A09-B475-230C0B33EE1A}" dt="2026-07-08T13:47:04.104" v="1031" actId="2711"/>
        <pc:sldMkLst>
          <pc:docMk/>
          <pc:sldMk cId="960984800" sldId="288"/>
        </pc:sldMkLst>
        <pc:spChg chg="add mod">
          <ac:chgData name="aryank019@outlook.com" userId="aee06d440a02db21" providerId="LiveId" clId="{163C2355-5607-4A09-B475-230C0B33EE1A}" dt="2026-07-08T13:47:04.104" v="1031" actId="2711"/>
          <ac:spMkLst>
            <pc:docMk/>
            <pc:sldMk cId="960984800" sldId="288"/>
            <ac:spMk id="10" creationId="{F7DABAE7-3937-3D7A-681D-CDA5693F1918}"/>
          </ac:spMkLst>
        </pc:spChg>
        <pc:picChg chg="add del mod">
          <ac:chgData name="aryank019@outlook.com" userId="aee06d440a02db21" providerId="LiveId" clId="{163C2355-5607-4A09-B475-230C0B33EE1A}" dt="2026-07-08T13:42:02.453" v="787" actId="478"/>
          <ac:picMkLst>
            <pc:docMk/>
            <pc:sldMk cId="960984800" sldId="288"/>
            <ac:picMk id="3" creationId="{BFA6BBDA-5697-05D9-3FF4-BD24AE96114C}"/>
          </ac:picMkLst>
        </pc:picChg>
        <pc:picChg chg="add del mod">
          <ac:chgData name="aryank019@outlook.com" userId="aee06d440a02db21" providerId="LiveId" clId="{163C2355-5607-4A09-B475-230C0B33EE1A}" dt="2026-07-08T13:42:41.433" v="792" actId="478"/>
          <ac:picMkLst>
            <pc:docMk/>
            <pc:sldMk cId="960984800" sldId="288"/>
            <ac:picMk id="5" creationId="{71517687-257D-BA3C-4852-F98F9C731B34}"/>
          </ac:picMkLst>
        </pc:picChg>
        <pc:picChg chg="add del mod">
          <ac:chgData name="aryank019@outlook.com" userId="aee06d440a02db21" providerId="LiveId" clId="{163C2355-5607-4A09-B475-230C0B33EE1A}" dt="2026-07-08T13:43:10.582" v="801" actId="478"/>
          <ac:picMkLst>
            <pc:docMk/>
            <pc:sldMk cId="960984800" sldId="288"/>
            <ac:picMk id="7" creationId="{6A90832B-6457-ABBD-20F9-81166E768ECD}"/>
          </ac:picMkLst>
        </pc:picChg>
        <pc:picChg chg="add mod">
          <ac:chgData name="aryank019@outlook.com" userId="aee06d440a02db21" providerId="LiveId" clId="{163C2355-5607-4A09-B475-230C0B33EE1A}" dt="2026-07-08T13:45:53.301" v="905" actId="14100"/>
          <ac:picMkLst>
            <pc:docMk/>
            <pc:sldMk cId="960984800" sldId="288"/>
            <ac:picMk id="9" creationId="{7411CA06-E929-00E2-4E5A-DACDBACE39F8}"/>
          </ac:picMkLst>
        </pc:picChg>
      </pc:sldChg>
      <pc:sldChg chg="addSp delSp modSp new mod">
        <pc:chgData name="aryank019@outlook.com" userId="aee06d440a02db21" providerId="LiveId" clId="{163C2355-5607-4A09-B475-230C0B33EE1A}" dt="2026-07-08T14:00:30.292" v="1542" actId="20577"/>
        <pc:sldMkLst>
          <pc:docMk/>
          <pc:sldMk cId="4245122714" sldId="289"/>
        </pc:sldMkLst>
        <pc:spChg chg="add mod">
          <ac:chgData name="aryank019@outlook.com" userId="aee06d440a02db21" providerId="LiveId" clId="{163C2355-5607-4A09-B475-230C0B33EE1A}" dt="2026-07-08T14:00:30.292" v="1542" actId="20577"/>
          <ac:spMkLst>
            <pc:docMk/>
            <pc:sldMk cId="4245122714" sldId="289"/>
            <ac:spMk id="8" creationId="{47FED7FD-E144-9B30-3B37-B1F084270736}"/>
          </ac:spMkLst>
        </pc:spChg>
        <pc:picChg chg="add del mod">
          <ac:chgData name="aryank019@outlook.com" userId="aee06d440a02db21" providerId="LiveId" clId="{163C2355-5607-4A09-B475-230C0B33EE1A}" dt="2026-07-08T13:51:30.333" v="1166" actId="478"/>
          <ac:picMkLst>
            <pc:docMk/>
            <pc:sldMk cId="4245122714" sldId="289"/>
            <ac:picMk id="3" creationId="{9F6F2F2D-1881-3F2B-869A-BB462DA03C21}"/>
          </ac:picMkLst>
        </pc:picChg>
        <pc:picChg chg="add del mod">
          <ac:chgData name="aryank019@outlook.com" userId="aee06d440a02db21" providerId="LiveId" clId="{163C2355-5607-4A09-B475-230C0B33EE1A}" dt="2026-07-08T13:51:51.651" v="1171" actId="478"/>
          <ac:picMkLst>
            <pc:docMk/>
            <pc:sldMk cId="4245122714" sldId="289"/>
            <ac:picMk id="5" creationId="{487EBF13-4A45-DCC6-46D9-26794758D000}"/>
          </ac:picMkLst>
        </pc:picChg>
        <pc:picChg chg="add mod">
          <ac:chgData name="aryank019@outlook.com" userId="aee06d440a02db21" providerId="LiveId" clId="{163C2355-5607-4A09-B475-230C0B33EE1A}" dt="2026-07-08T13:55:14.802" v="1177" actId="14100"/>
          <ac:picMkLst>
            <pc:docMk/>
            <pc:sldMk cId="4245122714" sldId="289"/>
            <ac:picMk id="7" creationId="{F0DD77F3-A8CB-AC75-394B-13F03743D614}"/>
          </ac:picMkLst>
        </pc:picChg>
      </pc:sldChg>
      <pc:sldChg chg="addSp delSp modSp new mod">
        <pc:chgData name="aryank019@outlook.com" userId="aee06d440a02db21" providerId="LiveId" clId="{163C2355-5607-4A09-B475-230C0B33EE1A}" dt="2026-07-08T13:51:10.597" v="1164" actId="2711"/>
        <pc:sldMkLst>
          <pc:docMk/>
          <pc:sldMk cId="2171507901" sldId="290"/>
        </pc:sldMkLst>
        <pc:spChg chg="add mod">
          <ac:chgData name="aryank019@outlook.com" userId="aee06d440a02db21" providerId="LiveId" clId="{163C2355-5607-4A09-B475-230C0B33EE1A}" dt="2026-07-08T13:51:10.597" v="1164" actId="2711"/>
          <ac:spMkLst>
            <pc:docMk/>
            <pc:sldMk cId="2171507901" sldId="290"/>
            <ac:spMk id="16" creationId="{78773D36-081B-ACC6-9098-DE2D8108A312}"/>
          </ac:spMkLst>
        </pc:spChg>
        <pc:picChg chg="add del mod">
          <ac:chgData name="aryank019@outlook.com" userId="aee06d440a02db21" providerId="LiveId" clId="{163C2355-5607-4A09-B475-230C0B33EE1A}" dt="2026-07-08T13:47:31.017" v="1033" actId="478"/>
          <ac:picMkLst>
            <pc:docMk/>
            <pc:sldMk cId="2171507901" sldId="290"/>
            <ac:picMk id="3" creationId="{B655702B-E0AD-0FDA-854E-E28AAEA61642}"/>
          </ac:picMkLst>
        </pc:picChg>
        <pc:picChg chg="add del mod">
          <ac:chgData name="aryank019@outlook.com" userId="aee06d440a02db21" providerId="LiveId" clId="{163C2355-5607-4A09-B475-230C0B33EE1A}" dt="2026-07-08T13:47:47.928" v="1035" actId="478"/>
          <ac:picMkLst>
            <pc:docMk/>
            <pc:sldMk cId="2171507901" sldId="290"/>
            <ac:picMk id="5" creationId="{76BD244F-DB89-8EDC-0D41-600340F3121A}"/>
          </ac:picMkLst>
        </pc:picChg>
        <pc:picChg chg="add del mod">
          <ac:chgData name="aryank019@outlook.com" userId="aee06d440a02db21" providerId="LiveId" clId="{163C2355-5607-4A09-B475-230C0B33EE1A}" dt="2026-07-08T13:48:07.276" v="1037" actId="478"/>
          <ac:picMkLst>
            <pc:docMk/>
            <pc:sldMk cId="2171507901" sldId="290"/>
            <ac:picMk id="7" creationId="{07E90C44-07A1-10AE-193A-BEE08F499E8E}"/>
          </ac:picMkLst>
        </pc:picChg>
        <pc:picChg chg="add del mod">
          <ac:chgData name="aryank019@outlook.com" userId="aee06d440a02db21" providerId="LiveId" clId="{163C2355-5607-4A09-B475-230C0B33EE1A}" dt="2026-07-08T13:48:21.506" v="1039" actId="478"/>
          <ac:picMkLst>
            <pc:docMk/>
            <pc:sldMk cId="2171507901" sldId="290"/>
            <ac:picMk id="9" creationId="{EF575AB0-7506-A4E8-5523-9CB6B4B11BE6}"/>
          </ac:picMkLst>
        </pc:picChg>
        <pc:picChg chg="add del mod">
          <ac:chgData name="aryank019@outlook.com" userId="aee06d440a02db21" providerId="LiveId" clId="{163C2355-5607-4A09-B475-230C0B33EE1A}" dt="2026-07-08T13:48:42.901" v="1042" actId="478"/>
          <ac:picMkLst>
            <pc:docMk/>
            <pc:sldMk cId="2171507901" sldId="290"/>
            <ac:picMk id="11" creationId="{63A29D92-2443-8F5F-A2AA-E14283272E3E}"/>
          </ac:picMkLst>
        </pc:picChg>
        <pc:picChg chg="add del mod">
          <ac:chgData name="aryank019@outlook.com" userId="aee06d440a02db21" providerId="LiveId" clId="{163C2355-5607-4A09-B475-230C0B33EE1A}" dt="2026-07-08T13:48:52.932" v="1044" actId="478"/>
          <ac:picMkLst>
            <pc:docMk/>
            <pc:sldMk cId="2171507901" sldId="290"/>
            <ac:picMk id="13" creationId="{649E8EEC-EEC0-A111-673E-DBD54BE322BC}"/>
          </ac:picMkLst>
        </pc:picChg>
        <pc:picChg chg="add mod">
          <ac:chgData name="aryank019@outlook.com" userId="aee06d440a02db21" providerId="LiveId" clId="{163C2355-5607-4A09-B475-230C0B33EE1A}" dt="2026-07-08T13:49:11.131" v="1047" actId="1076"/>
          <ac:picMkLst>
            <pc:docMk/>
            <pc:sldMk cId="2171507901" sldId="290"/>
            <ac:picMk id="15" creationId="{4BFEAD4F-30C0-C3A5-391D-F78DB47BAE86}"/>
          </ac:picMkLst>
        </pc:picChg>
      </pc:sldChg>
      <pc:sldChg chg="addSp modSp new mod">
        <pc:chgData name="aryank019@outlook.com" userId="aee06d440a02db21" providerId="LiveId" clId="{163C2355-5607-4A09-B475-230C0B33EE1A}" dt="2026-07-08T14:00:16.436" v="1539" actId="255"/>
        <pc:sldMkLst>
          <pc:docMk/>
          <pc:sldMk cId="874217847" sldId="291"/>
        </pc:sldMkLst>
        <pc:spChg chg="add mod">
          <ac:chgData name="aryank019@outlook.com" userId="aee06d440a02db21" providerId="LiveId" clId="{163C2355-5607-4A09-B475-230C0B33EE1A}" dt="2026-07-08T14:00:16.436" v="1539" actId="255"/>
          <ac:spMkLst>
            <pc:docMk/>
            <pc:sldMk cId="874217847" sldId="291"/>
            <ac:spMk id="4" creationId="{EBC61BCB-35B2-6D8F-686F-8A313A0AEBC9}"/>
          </ac:spMkLst>
        </pc:spChg>
        <pc:picChg chg="add mod">
          <ac:chgData name="aryank019@outlook.com" userId="aee06d440a02db21" providerId="LiveId" clId="{163C2355-5607-4A09-B475-230C0B33EE1A}" dt="2026-07-08T13:58:01.446" v="1292" actId="1076"/>
          <ac:picMkLst>
            <pc:docMk/>
            <pc:sldMk cId="874217847" sldId="291"/>
            <ac:picMk id="3" creationId="{4F253760-D8CC-3E56-EAA2-403361C4B6C4}"/>
          </ac:picMkLst>
        </pc:picChg>
      </pc:sldChg>
      <pc:sldChg chg="addSp modSp new mod">
        <pc:chgData name="aryank019@outlook.com" userId="aee06d440a02db21" providerId="LiveId" clId="{163C2355-5607-4A09-B475-230C0B33EE1A}" dt="2026-07-08T14:05:15.603" v="1621" actId="1076"/>
        <pc:sldMkLst>
          <pc:docMk/>
          <pc:sldMk cId="3657883122" sldId="292"/>
        </pc:sldMkLst>
        <pc:spChg chg="add mod">
          <ac:chgData name="aryank019@outlook.com" userId="aee06d440a02db21" providerId="LiveId" clId="{163C2355-5607-4A09-B475-230C0B33EE1A}" dt="2026-07-08T14:04:57.768" v="1600" actId="1076"/>
          <ac:spMkLst>
            <pc:docMk/>
            <pc:sldMk cId="3657883122" sldId="292"/>
            <ac:spMk id="6" creationId="{8DE5A75B-5335-A49C-7843-A7847737162E}"/>
          </ac:spMkLst>
        </pc:spChg>
        <pc:spChg chg="add mod">
          <ac:chgData name="aryank019@outlook.com" userId="aee06d440a02db21" providerId="LiveId" clId="{163C2355-5607-4A09-B475-230C0B33EE1A}" dt="2026-07-08T14:05:15.603" v="1621" actId="1076"/>
          <ac:spMkLst>
            <pc:docMk/>
            <pc:sldMk cId="3657883122" sldId="292"/>
            <ac:spMk id="7" creationId="{19196EAB-9CB1-86D8-121E-63F372057B67}"/>
          </ac:spMkLst>
        </pc:spChg>
        <pc:picChg chg="add mod">
          <ac:chgData name="aryank019@outlook.com" userId="aee06d440a02db21" providerId="LiveId" clId="{163C2355-5607-4A09-B475-230C0B33EE1A}" dt="2026-07-08T14:04:16.856" v="1579" actId="1076"/>
          <ac:picMkLst>
            <pc:docMk/>
            <pc:sldMk cId="3657883122" sldId="292"/>
            <ac:picMk id="3" creationId="{43B2C4B6-82B3-9B97-638A-52C8D5F0C535}"/>
          </ac:picMkLst>
        </pc:picChg>
        <pc:picChg chg="add mod">
          <ac:chgData name="aryank019@outlook.com" userId="aee06d440a02db21" providerId="LiveId" clId="{163C2355-5607-4A09-B475-230C0B33EE1A}" dt="2026-07-08T14:04:10.809" v="1576" actId="1076"/>
          <ac:picMkLst>
            <pc:docMk/>
            <pc:sldMk cId="3657883122" sldId="292"/>
            <ac:picMk id="5" creationId="{9BF1BC71-4503-195C-A63F-562F296DC0E8}"/>
          </ac:picMkLst>
        </pc:picChg>
      </pc:sldChg>
      <pc:sldChg chg="addSp delSp modSp new mod">
        <pc:chgData name="aryank019@outlook.com" userId="aee06d440a02db21" providerId="LiveId" clId="{163C2355-5607-4A09-B475-230C0B33EE1A}" dt="2026-07-09T10:07:37.464" v="2343" actId="14100"/>
        <pc:sldMkLst>
          <pc:docMk/>
          <pc:sldMk cId="1382024102" sldId="293"/>
        </pc:sldMkLst>
        <pc:picChg chg="add del mod">
          <ac:chgData name="aryank019@outlook.com" userId="aee06d440a02db21" providerId="LiveId" clId="{163C2355-5607-4A09-B475-230C0B33EE1A}" dt="2026-07-09T10:04:48.749" v="2338" actId="478"/>
          <ac:picMkLst>
            <pc:docMk/>
            <pc:sldMk cId="1382024102" sldId="293"/>
            <ac:picMk id="3" creationId="{13828AE3-4821-11AA-2D2D-5D4F2710822F}"/>
          </ac:picMkLst>
        </pc:picChg>
        <pc:picChg chg="add mod">
          <ac:chgData name="aryank019@outlook.com" userId="aee06d440a02db21" providerId="LiveId" clId="{163C2355-5607-4A09-B475-230C0B33EE1A}" dt="2026-07-09T10:07:37.464" v="2343" actId="14100"/>
          <ac:picMkLst>
            <pc:docMk/>
            <pc:sldMk cId="1382024102" sldId="293"/>
            <ac:picMk id="5" creationId="{47CCBA90-B3CB-CD36-F177-AA3426A524E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6DCE57-3BDE-473A-9EB9-22090CA8FFAD}" type="datetimeFigureOut">
              <a:rPr lang="en-IN" smtClean="0"/>
              <a:t>02-09-2026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49AB3F-8E79-4A70-8475-99A4E8B7ADBB}" type="slidenum">
              <a:rPr lang="en-IN" smtClean="0"/>
              <a:t>‹#›</a:t>
            </a:fld>
            <a:endParaRPr lang="en-IN"/>
          </a:p>
        </p:txBody>
      </p:sp>
    </p:spTree>
    <p:extLst>
      <p:ext uri="{BB962C8B-B14F-4D97-AF65-F5344CB8AC3E}">
        <p14:creationId xmlns:p14="http://schemas.microsoft.com/office/powerpoint/2010/main" val="2863087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D49AB3F-8E79-4A70-8475-99A4E8B7ADBB}" type="slidenum">
              <a:rPr lang="en-IN" smtClean="0"/>
              <a:t>15</a:t>
            </a:fld>
            <a:endParaRPr lang="en-IN"/>
          </a:p>
        </p:txBody>
      </p:sp>
    </p:spTree>
    <p:extLst>
      <p:ext uri="{BB962C8B-B14F-4D97-AF65-F5344CB8AC3E}">
        <p14:creationId xmlns:p14="http://schemas.microsoft.com/office/powerpoint/2010/main" val="22485599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EDCD0-E759-1EDD-D108-B1676CD441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98C3164-A8EC-625D-BFE6-F12665FDF0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82C440F-7F84-A28F-333B-E7A416E0A45E}"/>
              </a:ext>
            </a:extLst>
          </p:cNvPr>
          <p:cNvSpPr>
            <a:spLocks noGrp="1"/>
          </p:cNvSpPr>
          <p:nvPr>
            <p:ph type="dt" sz="half" idx="10"/>
          </p:nvPr>
        </p:nvSpPr>
        <p:spPr/>
        <p:txBody>
          <a:bodyPr/>
          <a:lstStyle/>
          <a:p>
            <a:fld id="{2B7448A5-0EE6-458F-BACE-D98D31EBA151}" type="datetimeFigureOut">
              <a:rPr lang="en-IN" smtClean="0"/>
              <a:t>02-09-2026</a:t>
            </a:fld>
            <a:endParaRPr lang="en-IN"/>
          </a:p>
        </p:txBody>
      </p:sp>
      <p:sp>
        <p:nvSpPr>
          <p:cNvPr id="5" name="Footer Placeholder 4">
            <a:extLst>
              <a:ext uri="{FF2B5EF4-FFF2-40B4-BE49-F238E27FC236}">
                <a16:creationId xmlns:a16="http://schemas.microsoft.com/office/drawing/2014/main" id="{03B778D9-66C9-4378-153D-08D57FFEBB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F2EB32-0873-4A54-AC4B-1A3BF66BDBD3}"/>
              </a:ext>
            </a:extLst>
          </p:cNvPr>
          <p:cNvSpPr>
            <a:spLocks noGrp="1"/>
          </p:cNvSpPr>
          <p:nvPr>
            <p:ph type="sldNum" sz="quarter" idx="12"/>
          </p:nvPr>
        </p:nvSpPr>
        <p:spPr/>
        <p:txBody>
          <a:bodyPr/>
          <a:lstStyle/>
          <a:p>
            <a:fld id="{17B4312B-5560-4AE5-BFD6-55067EEDB659}" type="slidenum">
              <a:rPr lang="en-IN" smtClean="0"/>
              <a:t>‹#›</a:t>
            </a:fld>
            <a:endParaRPr lang="en-IN"/>
          </a:p>
        </p:txBody>
      </p:sp>
    </p:spTree>
    <p:extLst>
      <p:ext uri="{BB962C8B-B14F-4D97-AF65-F5344CB8AC3E}">
        <p14:creationId xmlns:p14="http://schemas.microsoft.com/office/powerpoint/2010/main" val="17873571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F741C-303A-41BE-9878-D9CDC8D02F0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22E7724-BFC7-8C98-85F2-5A13EE8483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153C63-7457-BAA9-3355-B75210C3A9E8}"/>
              </a:ext>
            </a:extLst>
          </p:cNvPr>
          <p:cNvSpPr>
            <a:spLocks noGrp="1"/>
          </p:cNvSpPr>
          <p:nvPr>
            <p:ph type="dt" sz="half" idx="10"/>
          </p:nvPr>
        </p:nvSpPr>
        <p:spPr/>
        <p:txBody>
          <a:bodyPr/>
          <a:lstStyle/>
          <a:p>
            <a:fld id="{2B7448A5-0EE6-458F-BACE-D98D31EBA151}" type="datetimeFigureOut">
              <a:rPr lang="en-IN" smtClean="0"/>
              <a:t>02-09-2026</a:t>
            </a:fld>
            <a:endParaRPr lang="en-IN"/>
          </a:p>
        </p:txBody>
      </p:sp>
      <p:sp>
        <p:nvSpPr>
          <p:cNvPr id="5" name="Footer Placeholder 4">
            <a:extLst>
              <a:ext uri="{FF2B5EF4-FFF2-40B4-BE49-F238E27FC236}">
                <a16:creationId xmlns:a16="http://schemas.microsoft.com/office/drawing/2014/main" id="{21516CFC-D8E9-C77D-62E2-813E6090EF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5B40C5-138D-DB74-BAD6-87D0B831C597}"/>
              </a:ext>
            </a:extLst>
          </p:cNvPr>
          <p:cNvSpPr>
            <a:spLocks noGrp="1"/>
          </p:cNvSpPr>
          <p:nvPr>
            <p:ph type="sldNum" sz="quarter" idx="12"/>
          </p:nvPr>
        </p:nvSpPr>
        <p:spPr/>
        <p:txBody>
          <a:bodyPr/>
          <a:lstStyle/>
          <a:p>
            <a:fld id="{17B4312B-5560-4AE5-BFD6-55067EEDB659}" type="slidenum">
              <a:rPr lang="en-IN" smtClean="0"/>
              <a:t>‹#›</a:t>
            </a:fld>
            <a:endParaRPr lang="en-IN"/>
          </a:p>
        </p:txBody>
      </p:sp>
    </p:spTree>
    <p:extLst>
      <p:ext uri="{BB962C8B-B14F-4D97-AF65-F5344CB8AC3E}">
        <p14:creationId xmlns:p14="http://schemas.microsoft.com/office/powerpoint/2010/main" val="39403635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6A12B-92E9-7F47-1594-6962D245D60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35A4084-BA72-9A8D-870F-CDB66788845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FAC7CA-2A81-07CF-1405-0BDA6CFA81F4}"/>
              </a:ext>
            </a:extLst>
          </p:cNvPr>
          <p:cNvSpPr>
            <a:spLocks noGrp="1"/>
          </p:cNvSpPr>
          <p:nvPr>
            <p:ph type="dt" sz="half" idx="10"/>
          </p:nvPr>
        </p:nvSpPr>
        <p:spPr/>
        <p:txBody>
          <a:bodyPr/>
          <a:lstStyle/>
          <a:p>
            <a:fld id="{2B7448A5-0EE6-458F-BACE-D98D31EBA151}" type="datetimeFigureOut">
              <a:rPr lang="en-IN" smtClean="0"/>
              <a:t>02-09-2026</a:t>
            </a:fld>
            <a:endParaRPr lang="en-IN"/>
          </a:p>
        </p:txBody>
      </p:sp>
      <p:sp>
        <p:nvSpPr>
          <p:cNvPr id="5" name="Footer Placeholder 4">
            <a:extLst>
              <a:ext uri="{FF2B5EF4-FFF2-40B4-BE49-F238E27FC236}">
                <a16:creationId xmlns:a16="http://schemas.microsoft.com/office/drawing/2014/main" id="{01241826-654D-AA0E-270D-31D518AFCD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77E7B6-636B-AB46-66A0-39482102A25E}"/>
              </a:ext>
            </a:extLst>
          </p:cNvPr>
          <p:cNvSpPr>
            <a:spLocks noGrp="1"/>
          </p:cNvSpPr>
          <p:nvPr>
            <p:ph type="sldNum" sz="quarter" idx="12"/>
          </p:nvPr>
        </p:nvSpPr>
        <p:spPr/>
        <p:txBody>
          <a:bodyPr/>
          <a:lstStyle/>
          <a:p>
            <a:fld id="{17B4312B-5560-4AE5-BFD6-55067EEDB659}" type="slidenum">
              <a:rPr lang="en-IN" smtClean="0"/>
              <a:t>‹#›</a:t>
            </a:fld>
            <a:endParaRPr lang="en-IN"/>
          </a:p>
        </p:txBody>
      </p:sp>
    </p:spTree>
    <p:extLst>
      <p:ext uri="{BB962C8B-B14F-4D97-AF65-F5344CB8AC3E}">
        <p14:creationId xmlns:p14="http://schemas.microsoft.com/office/powerpoint/2010/main" val="11533327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D321B-6450-9202-A9AD-DE9E911173C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05AD0F5-4194-4028-D1B2-4EA5A309190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B671D0A-0951-823B-3262-4E775F929B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30A5B79-7259-C200-3102-F707CFDA4B41}"/>
              </a:ext>
            </a:extLst>
          </p:cNvPr>
          <p:cNvSpPr>
            <a:spLocks noGrp="1"/>
          </p:cNvSpPr>
          <p:nvPr>
            <p:ph type="dt" sz="half" idx="10"/>
          </p:nvPr>
        </p:nvSpPr>
        <p:spPr/>
        <p:txBody>
          <a:bodyPr/>
          <a:lstStyle/>
          <a:p>
            <a:fld id="{2B7448A5-0EE6-458F-BACE-D98D31EBA151}" type="datetimeFigureOut">
              <a:rPr lang="en-IN" smtClean="0"/>
              <a:t>02-09-2026</a:t>
            </a:fld>
            <a:endParaRPr lang="en-IN"/>
          </a:p>
        </p:txBody>
      </p:sp>
      <p:sp>
        <p:nvSpPr>
          <p:cNvPr id="6" name="Footer Placeholder 5">
            <a:extLst>
              <a:ext uri="{FF2B5EF4-FFF2-40B4-BE49-F238E27FC236}">
                <a16:creationId xmlns:a16="http://schemas.microsoft.com/office/drawing/2014/main" id="{38933D34-7352-83FC-872C-DDAD5181D0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240710A-87FA-21D6-AE80-2456D33289D1}"/>
              </a:ext>
            </a:extLst>
          </p:cNvPr>
          <p:cNvSpPr>
            <a:spLocks noGrp="1"/>
          </p:cNvSpPr>
          <p:nvPr>
            <p:ph type="sldNum" sz="quarter" idx="12"/>
          </p:nvPr>
        </p:nvSpPr>
        <p:spPr/>
        <p:txBody>
          <a:bodyPr/>
          <a:lstStyle/>
          <a:p>
            <a:fld id="{17B4312B-5560-4AE5-BFD6-55067EEDB659}" type="slidenum">
              <a:rPr lang="en-IN" smtClean="0"/>
              <a:t>‹#›</a:t>
            </a:fld>
            <a:endParaRPr lang="en-IN"/>
          </a:p>
        </p:txBody>
      </p:sp>
    </p:spTree>
    <p:extLst>
      <p:ext uri="{BB962C8B-B14F-4D97-AF65-F5344CB8AC3E}">
        <p14:creationId xmlns:p14="http://schemas.microsoft.com/office/powerpoint/2010/main" val="3676630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9BAB7-2ACB-5686-89B8-9BE7CB22C6F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A5771DE-36C9-74D8-26BB-B596A3B6C3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7D7387-D316-E500-674F-C28FC498E49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3E833CC-A341-E364-9AA7-AAAA58DDCA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AA71E0-1C6E-D992-37AE-1B926EEA24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8CCD7AC-36A0-8AE8-DFE3-FC6647F0E15C}"/>
              </a:ext>
            </a:extLst>
          </p:cNvPr>
          <p:cNvSpPr>
            <a:spLocks noGrp="1"/>
          </p:cNvSpPr>
          <p:nvPr>
            <p:ph type="dt" sz="half" idx="10"/>
          </p:nvPr>
        </p:nvSpPr>
        <p:spPr/>
        <p:txBody>
          <a:bodyPr/>
          <a:lstStyle/>
          <a:p>
            <a:fld id="{2B7448A5-0EE6-458F-BACE-D98D31EBA151}" type="datetimeFigureOut">
              <a:rPr lang="en-IN" smtClean="0"/>
              <a:t>02-09-2026</a:t>
            </a:fld>
            <a:endParaRPr lang="en-IN"/>
          </a:p>
        </p:txBody>
      </p:sp>
      <p:sp>
        <p:nvSpPr>
          <p:cNvPr id="8" name="Footer Placeholder 7">
            <a:extLst>
              <a:ext uri="{FF2B5EF4-FFF2-40B4-BE49-F238E27FC236}">
                <a16:creationId xmlns:a16="http://schemas.microsoft.com/office/drawing/2014/main" id="{814D8AE5-0B9D-5865-85D1-6D529BEF0EC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2B084C5-F571-F237-D2A6-0E5177619F1D}"/>
              </a:ext>
            </a:extLst>
          </p:cNvPr>
          <p:cNvSpPr>
            <a:spLocks noGrp="1"/>
          </p:cNvSpPr>
          <p:nvPr>
            <p:ph type="sldNum" sz="quarter" idx="12"/>
          </p:nvPr>
        </p:nvSpPr>
        <p:spPr/>
        <p:txBody>
          <a:bodyPr/>
          <a:lstStyle/>
          <a:p>
            <a:fld id="{17B4312B-5560-4AE5-BFD6-55067EEDB659}" type="slidenum">
              <a:rPr lang="en-IN" smtClean="0"/>
              <a:t>‹#›</a:t>
            </a:fld>
            <a:endParaRPr lang="en-IN"/>
          </a:p>
        </p:txBody>
      </p:sp>
    </p:spTree>
    <p:extLst>
      <p:ext uri="{BB962C8B-B14F-4D97-AF65-F5344CB8AC3E}">
        <p14:creationId xmlns:p14="http://schemas.microsoft.com/office/powerpoint/2010/main" val="40298835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F624D-7754-00DB-CD51-A018C155B63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370E6EA-24D9-1216-AB85-3C13715E4EA0}"/>
              </a:ext>
            </a:extLst>
          </p:cNvPr>
          <p:cNvSpPr>
            <a:spLocks noGrp="1"/>
          </p:cNvSpPr>
          <p:nvPr>
            <p:ph type="dt" sz="half" idx="10"/>
          </p:nvPr>
        </p:nvSpPr>
        <p:spPr/>
        <p:txBody>
          <a:bodyPr/>
          <a:lstStyle/>
          <a:p>
            <a:fld id="{2B7448A5-0EE6-458F-BACE-D98D31EBA151}" type="datetimeFigureOut">
              <a:rPr lang="en-IN" smtClean="0"/>
              <a:t>02-09-2026</a:t>
            </a:fld>
            <a:endParaRPr lang="en-IN"/>
          </a:p>
        </p:txBody>
      </p:sp>
      <p:sp>
        <p:nvSpPr>
          <p:cNvPr id="4" name="Footer Placeholder 3">
            <a:extLst>
              <a:ext uri="{FF2B5EF4-FFF2-40B4-BE49-F238E27FC236}">
                <a16:creationId xmlns:a16="http://schemas.microsoft.com/office/drawing/2014/main" id="{FC479706-1EDF-C52F-CFE9-BFCA53B55BC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C51EDAA-9639-8EC7-65C7-D525674F2D5D}"/>
              </a:ext>
            </a:extLst>
          </p:cNvPr>
          <p:cNvSpPr>
            <a:spLocks noGrp="1"/>
          </p:cNvSpPr>
          <p:nvPr>
            <p:ph type="sldNum" sz="quarter" idx="12"/>
          </p:nvPr>
        </p:nvSpPr>
        <p:spPr/>
        <p:txBody>
          <a:bodyPr/>
          <a:lstStyle/>
          <a:p>
            <a:fld id="{17B4312B-5560-4AE5-BFD6-55067EEDB659}" type="slidenum">
              <a:rPr lang="en-IN" smtClean="0"/>
              <a:t>‹#›</a:t>
            </a:fld>
            <a:endParaRPr lang="en-IN"/>
          </a:p>
        </p:txBody>
      </p:sp>
    </p:spTree>
    <p:extLst>
      <p:ext uri="{BB962C8B-B14F-4D97-AF65-F5344CB8AC3E}">
        <p14:creationId xmlns:p14="http://schemas.microsoft.com/office/powerpoint/2010/main" val="15070646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8CB35B-D5E7-5D1A-8CAE-3027EAA0D7BD}"/>
              </a:ext>
            </a:extLst>
          </p:cNvPr>
          <p:cNvSpPr>
            <a:spLocks noGrp="1"/>
          </p:cNvSpPr>
          <p:nvPr>
            <p:ph type="dt" sz="half" idx="10"/>
          </p:nvPr>
        </p:nvSpPr>
        <p:spPr/>
        <p:txBody>
          <a:bodyPr/>
          <a:lstStyle/>
          <a:p>
            <a:fld id="{2B7448A5-0EE6-458F-BACE-D98D31EBA151}" type="datetimeFigureOut">
              <a:rPr lang="en-IN" smtClean="0"/>
              <a:t>02-09-2026</a:t>
            </a:fld>
            <a:endParaRPr lang="en-IN"/>
          </a:p>
        </p:txBody>
      </p:sp>
      <p:sp>
        <p:nvSpPr>
          <p:cNvPr id="3" name="Footer Placeholder 2">
            <a:extLst>
              <a:ext uri="{FF2B5EF4-FFF2-40B4-BE49-F238E27FC236}">
                <a16:creationId xmlns:a16="http://schemas.microsoft.com/office/drawing/2014/main" id="{9FE43BB1-6C13-10AF-2D9E-2ADBE1FAD52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1299E77-363E-D511-E865-ECED76BC0A3B}"/>
              </a:ext>
            </a:extLst>
          </p:cNvPr>
          <p:cNvSpPr>
            <a:spLocks noGrp="1"/>
          </p:cNvSpPr>
          <p:nvPr>
            <p:ph type="sldNum" sz="quarter" idx="12"/>
          </p:nvPr>
        </p:nvSpPr>
        <p:spPr/>
        <p:txBody>
          <a:bodyPr/>
          <a:lstStyle/>
          <a:p>
            <a:fld id="{17B4312B-5560-4AE5-BFD6-55067EEDB659}" type="slidenum">
              <a:rPr lang="en-IN" smtClean="0"/>
              <a:t>‹#›</a:t>
            </a:fld>
            <a:endParaRPr lang="en-IN"/>
          </a:p>
        </p:txBody>
      </p:sp>
    </p:spTree>
    <p:extLst>
      <p:ext uri="{BB962C8B-B14F-4D97-AF65-F5344CB8AC3E}">
        <p14:creationId xmlns:p14="http://schemas.microsoft.com/office/powerpoint/2010/main" val="650323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D5A44-68E3-62B8-4249-E6CA71A3BD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07BF6F5-F05E-2FDC-AF6A-042A6BF026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1884693-7FD1-2A4F-A323-5C49CAD753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13AD53-4878-074B-E041-84D6985682F1}"/>
              </a:ext>
            </a:extLst>
          </p:cNvPr>
          <p:cNvSpPr>
            <a:spLocks noGrp="1"/>
          </p:cNvSpPr>
          <p:nvPr>
            <p:ph type="dt" sz="half" idx="10"/>
          </p:nvPr>
        </p:nvSpPr>
        <p:spPr/>
        <p:txBody>
          <a:bodyPr/>
          <a:lstStyle/>
          <a:p>
            <a:fld id="{2B7448A5-0EE6-458F-BACE-D98D31EBA151}" type="datetimeFigureOut">
              <a:rPr lang="en-IN" smtClean="0"/>
              <a:t>02-09-2026</a:t>
            </a:fld>
            <a:endParaRPr lang="en-IN"/>
          </a:p>
        </p:txBody>
      </p:sp>
      <p:sp>
        <p:nvSpPr>
          <p:cNvPr id="6" name="Footer Placeholder 5">
            <a:extLst>
              <a:ext uri="{FF2B5EF4-FFF2-40B4-BE49-F238E27FC236}">
                <a16:creationId xmlns:a16="http://schemas.microsoft.com/office/drawing/2014/main" id="{91BA9317-59A5-2014-38EA-23F68D5F0C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ECCDAF7-D8E4-E465-71DF-BB89A9620A5F}"/>
              </a:ext>
            </a:extLst>
          </p:cNvPr>
          <p:cNvSpPr>
            <a:spLocks noGrp="1"/>
          </p:cNvSpPr>
          <p:nvPr>
            <p:ph type="sldNum" sz="quarter" idx="12"/>
          </p:nvPr>
        </p:nvSpPr>
        <p:spPr/>
        <p:txBody>
          <a:bodyPr/>
          <a:lstStyle/>
          <a:p>
            <a:fld id="{17B4312B-5560-4AE5-BFD6-55067EEDB659}" type="slidenum">
              <a:rPr lang="en-IN" smtClean="0"/>
              <a:t>‹#›</a:t>
            </a:fld>
            <a:endParaRPr lang="en-IN"/>
          </a:p>
        </p:txBody>
      </p:sp>
    </p:spTree>
    <p:extLst>
      <p:ext uri="{BB962C8B-B14F-4D97-AF65-F5344CB8AC3E}">
        <p14:creationId xmlns:p14="http://schemas.microsoft.com/office/powerpoint/2010/main" val="33553058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CB347-4446-63D3-1A10-640EBCD4D2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F25F5C4-91C7-33F4-26A2-4F64350086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EFB315D-AEBE-B802-79BF-E914FAE655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22ACA2-73C3-2D73-862B-60AADF60750B}"/>
              </a:ext>
            </a:extLst>
          </p:cNvPr>
          <p:cNvSpPr>
            <a:spLocks noGrp="1"/>
          </p:cNvSpPr>
          <p:nvPr>
            <p:ph type="dt" sz="half" idx="10"/>
          </p:nvPr>
        </p:nvSpPr>
        <p:spPr/>
        <p:txBody>
          <a:bodyPr/>
          <a:lstStyle/>
          <a:p>
            <a:fld id="{2B7448A5-0EE6-458F-BACE-D98D31EBA151}" type="datetimeFigureOut">
              <a:rPr lang="en-IN" smtClean="0"/>
              <a:t>02-09-2026</a:t>
            </a:fld>
            <a:endParaRPr lang="en-IN"/>
          </a:p>
        </p:txBody>
      </p:sp>
      <p:sp>
        <p:nvSpPr>
          <p:cNvPr id="6" name="Footer Placeholder 5">
            <a:extLst>
              <a:ext uri="{FF2B5EF4-FFF2-40B4-BE49-F238E27FC236}">
                <a16:creationId xmlns:a16="http://schemas.microsoft.com/office/drawing/2014/main" id="{2F4BBFAA-AB78-2DDC-DF44-F5242D6DAB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711CB6A-6EFF-77F8-13FF-132233B14C54}"/>
              </a:ext>
            </a:extLst>
          </p:cNvPr>
          <p:cNvSpPr>
            <a:spLocks noGrp="1"/>
          </p:cNvSpPr>
          <p:nvPr>
            <p:ph type="sldNum" sz="quarter" idx="12"/>
          </p:nvPr>
        </p:nvSpPr>
        <p:spPr/>
        <p:txBody>
          <a:bodyPr/>
          <a:lstStyle/>
          <a:p>
            <a:fld id="{17B4312B-5560-4AE5-BFD6-55067EEDB659}" type="slidenum">
              <a:rPr lang="en-IN" smtClean="0"/>
              <a:t>‹#›</a:t>
            </a:fld>
            <a:endParaRPr lang="en-IN"/>
          </a:p>
        </p:txBody>
      </p:sp>
    </p:spTree>
    <p:extLst>
      <p:ext uri="{BB962C8B-B14F-4D97-AF65-F5344CB8AC3E}">
        <p14:creationId xmlns:p14="http://schemas.microsoft.com/office/powerpoint/2010/main" val="41321750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4554B-B42F-E048-E280-88C26CE6DE2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3E2C185-853E-3A78-0E27-9D8AB95548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F79420-1A21-7620-9340-E8C97B579C67}"/>
              </a:ext>
            </a:extLst>
          </p:cNvPr>
          <p:cNvSpPr>
            <a:spLocks noGrp="1"/>
          </p:cNvSpPr>
          <p:nvPr>
            <p:ph type="dt" sz="half" idx="10"/>
          </p:nvPr>
        </p:nvSpPr>
        <p:spPr/>
        <p:txBody>
          <a:bodyPr/>
          <a:lstStyle/>
          <a:p>
            <a:fld id="{2B7448A5-0EE6-458F-BACE-D98D31EBA151}" type="datetimeFigureOut">
              <a:rPr lang="en-IN" smtClean="0"/>
              <a:t>02-09-2026</a:t>
            </a:fld>
            <a:endParaRPr lang="en-IN"/>
          </a:p>
        </p:txBody>
      </p:sp>
      <p:sp>
        <p:nvSpPr>
          <p:cNvPr id="5" name="Footer Placeholder 4">
            <a:extLst>
              <a:ext uri="{FF2B5EF4-FFF2-40B4-BE49-F238E27FC236}">
                <a16:creationId xmlns:a16="http://schemas.microsoft.com/office/drawing/2014/main" id="{DE0A5948-07B9-D847-7E1E-D57D8B4D5D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BAEB94-BD5E-6A74-1E14-5D0CF964A672}"/>
              </a:ext>
            </a:extLst>
          </p:cNvPr>
          <p:cNvSpPr>
            <a:spLocks noGrp="1"/>
          </p:cNvSpPr>
          <p:nvPr>
            <p:ph type="sldNum" sz="quarter" idx="12"/>
          </p:nvPr>
        </p:nvSpPr>
        <p:spPr/>
        <p:txBody>
          <a:bodyPr/>
          <a:lstStyle/>
          <a:p>
            <a:fld id="{17B4312B-5560-4AE5-BFD6-55067EEDB659}" type="slidenum">
              <a:rPr lang="en-IN" smtClean="0"/>
              <a:t>‹#›</a:t>
            </a:fld>
            <a:endParaRPr lang="en-IN"/>
          </a:p>
        </p:txBody>
      </p:sp>
    </p:spTree>
    <p:extLst>
      <p:ext uri="{BB962C8B-B14F-4D97-AF65-F5344CB8AC3E}">
        <p14:creationId xmlns:p14="http://schemas.microsoft.com/office/powerpoint/2010/main" val="28386666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A91FA1-DD9B-5280-50CB-C536CB5C600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2825BE6-4FC2-A873-9F10-81CE761BA39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8388F80-363A-D302-1B5B-95DFE8212C58}"/>
              </a:ext>
            </a:extLst>
          </p:cNvPr>
          <p:cNvSpPr>
            <a:spLocks noGrp="1"/>
          </p:cNvSpPr>
          <p:nvPr>
            <p:ph type="dt" sz="half" idx="10"/>
          </p:nvPr>
        </p:nvSpPr>
        <p:spPr/>
        <p:txBody>
          <a:bodyPr/>
          <a:lstStyle/>
          <a:p>
            <a:fld id="{2B7448A5-0EE6-458F-BACE-D98D31EBA151}" type="datetimeFigureOut">
              <a:rPr lang="en-IN" smtClean="0"/>
              <a:t>02-09-2026</a:t>
            </a:fld>
            <a:endParaRPr lang="en-IN"/>
          </a:p>
        </p:txBody>
      </p:sp>
      <p:sp>
        <p:nvSpPr>
          <p:cNvPr id="5" name="Footer Placeholder 4">
            <a:extLst>
              <a:ext uri="{FF2B5EF4-FFF2-40B4-BE49-F238E27FC236}">
                <a16:creationId xmlns:a16="http://schemas.microsoft.com/office/drawing/2014/main" id="{E9EFD1A1-C83B-09CF-F123-55455E0A26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1CD7ED-5D78-978C-7168-68A8A1D92957}"/>
              </a:ext>
            </a:extLst>
          </p:cNvPr>
          <p:cNvSpPr>
            <a:spLocks noGrp="1"/>
          </p:cNvSpPr>
          <p:nvPr>
            <p:ph type="sldNum" sz="quarter" idx="12"/>
          </p:nvPr>
        </p:nvSpPr>
        <p:spPr/>
        <p:txBody>
          <a:bodyPr/>
          <a:lstStyle/>
          <a:p>
            <a:fld id="{17B4312B-5560-4AE5-BFD6-55067EEDB659}" type="slidenum">
              <a:rPr lang="en-IN" smtClean="0"/>
              <a:t>‹#›</a:t>
            </a:fld>
            <a:endParaRPr lang="en-IN"/>
          </a:p>
        </p:txBody>
      </p:sp>
    </p:spTree>
    <p:extLst>
      <p:ext uri="{BB962C8B-B14F-4D97-AF65-F5344CB8AC3E}">
        <p14:creationId xmlns:p14="http://schemas.microsoft.com/office/powerpoint/2010/main" val="9418772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4CFA24-904D-FCF8-2DED-2C81800FAC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E7F8B52-70D6-DE1A-2546-EA16A769E7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9103C0-01F6-5BDC-56A7-B7A0366838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B7448A5-0EE6-458F-BACE-D98D31EBA151}" type="datetimeFigureOut">
              <a:rPr lang="en-IN" smtClean="0"/>
              <a:t>02-09-2026</a:t>
            </a:fld>
            <a:endParaRPr lang="en-IN"/>
          </a:p>
        </p:txBody>
      </p:sp>
      <p:sp>
        <p:nvSpPr>
          <p:cNvPr id="5" name="Footer Placeholder 4">
            <a:extLst>
              <a:ext uri="{FF2B5EF4-FFF2-40B4-BE49-F238E27FC236}">
                <a16:creationId xmlns:a16="http://schemas.microsoft.com/office/drawing/2014/main" id="{D7F01E38-F6BE-01FD-77FA-DB3B9C1E01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3ECE29F-C416-5074-02BB-A12F4DC1B5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7B4312B-5560-4AE5-BFD6-55067EEDB659}" type="slidenum">
              <a:rPr lang="en-IN" smtClean="0"/>
              <a:t>‹#›</a:t>
            </a:fld>
            <a:endParaRPr lang="en-IN"/>
          </a:p>
        </p:txBody>
      </p:sp>
    </p:spTree>
    <p:extLst>
      <p:ext uri="{BB962C8B-B14F-4D97-AF65-F5344CB8AC3E}">
        <p14:creationId xmlns:p14="http://schemas.microsoft.com/office/powerpoint/2010/main" val="42735793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15.jpeg"/><Relationship Id="rId4" Type="http://schemas.openxmlformats.org/officeDocument/2006/relationships/image" Target="../media/image14.jpg"/></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hyperlink" Target="https://github.com/aryan-kudale/CareerCraft-AI" TargetMode="Externa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6A6353-B830-280F-4A67-75EEAA1FD427}"/>
              </a:ext>
            </a:extLst>
          </p:cNvPr>
          <p:cNvSpPr txBox="1"/>
          <p:nvPr/>
        </p:nvSpPr>
        <p:spPr>
          <a:xfrm>
            <a:off x="491613" y="1209369"/>
            <a:ext cx="11208774" cy="1569660"/>
          </a:xfrm>
          <a:prstGeom prst="rect">
            <a:avLst/>
          </a:prstGeom>
          <a:noFill/>
        </p:spPr>
        <p:txBody>
          <a:bodyPr wrap="square" rtlCol="0">
            <a:spAutoFit/>
          </a:bodyPr>
          <a:lstStyle/>
          <a:p>
            <a:pPr algn="ctr"/>
            <a:r>
              <a:rPr lang="en-US" sz="4800" b="1" dirty="0"/>
              <a:t>IBM University Engagement Project Submission</a:t>
            </a:r>
            <a:endParaRPr lang="en-IN" sz="4800" dirty="0"/>
          </a:p>
        </p:txBody>
      </p:sp>
      <p:sp>
        <p:nvSpPr>
          <p:cNvPr id="7" name="TextBox 6">
            <a:extLst>
              <a:ext uri="{FF2B5EF4-FFF2-40B4-BE49-F238E27FC236}">
                <a16:creationId xmlns:a16="http://schemas.microsoft.com/office/drawing/2014/main" id="{18394C2B-C8D8-D9F9-4A90-04EC67655B06}"/>
              </a:ext>
            </a:extLst>
          </p:cNvPr>
          <p:cNvSpPr txBox="1"/>
          <p:nvPr/>
        </p:nvSpPr>
        <p:spPr>
          <a:xfrm>
            <a:off x="1361768" y="3549445"/>
            <a:ext cx="9468464" cy="738664"/>
          </a:xfrm>
          <a:prstGeom prst="rect">
            <a:avLst/>
          </a:prstGeom>
          <a:noFill/>
        </p:spPr>
        <p:txBody>
          <a:bodyPr wrap="square" rtlCol="0">
            <a:spAutoFit/>
          </a:bodyPr>
          <a:lstStyle/>
          <a:p>
            <a:r>
              <a:rPr lang="en-US" sz="2400" b="1" i="1" dirty="0">
                <a:solidFill>
                  <a:schemeClr val="bg2">
                    <a:lumMod val="50000"/>
                  </a:schemeClr>
                </a:solidFill>
              </a:rPr>
              <a:t>“Exploring the Power of Agentic AI with IBM Granite and </a:t>
            </a:r>
            <a:r>
              <a:rPr lang="en-US" sz="2400" b="1" i="1" dirty="0" err="1">
                <a:solidFill>
                  <a:schemeClr val="bg2">
                    <a:lumMod val="50000"/>
                  </a:schemeClr>
                </a:solidFill>
              </a:rPr>
              <a:t>LangFlow</a:t>
            </a:r>
            <a:r>
              <a:rPr lang="en-US" sz="2400" b="1" i="1" dirty="0">
                <a:solidFill>
                  <a:schemeClr val="bg2">
                    <a:lumMod val="50000"/>
                  </a:schemeClr>
                </a:solidFill>
              </a:rPr>
              <a:t>”</a:t>
            </a:r>
            <a:endParaRPr lang="en-US" sz="2400" dirty="0">
              <a:solidFill>
                <a:schemeClr val="bg2">
                  <a:lumMod val="50000"/>
                </a:schemeClr>
              </a:solidFill>
            </a:endParaRPr>
          </a:p>
          <a:p>
            <a:endParaRPr lang="en-IN" dirty="0"/>
          </a:p>
        </p:txBody>
      </p:sp>
    </p:spTree>
    <p:extLst>
      <p:ext uri="{BB962C8B-B14F-4D97-AF65-F5344CB8AC3E}">
        <p14:creationId xmlns:p14="http://schemas.microsoft.com/office/powerpoint/2010/main" val="2003331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9ADEB0-033D-44E1-D194-BE5E1C838473}"/>
              </a:ext>
            </a:extLst>
          </p:cNvPr>
          <p:cNvSpPr txBox="1"/>
          <p:nvPr/>
        </p:nvSpPr>
        <p:spPr>
          <a:xfrm>
            <a:off x="580103" y="324465"/>
            <a:ext cx="10982632" cy="2585323"/>
          </a:xfrm>
          <a:prstGeom prst="rect">
            <a:avLst/>
          </a:prstGeom>
          <a:noFill/>
        </p:spPr>
        <p:txBody>
          <a:bodyPr wrap="square" rtlCol="0">
            <a:spAutoFit/>
          </a:bodyPr>
          <a:lstStyle/>
          <a:p>
            <a:pPr algn="ctr"/>
            <a:r>
              <a:rPr lang="en-US" sz="2800" b="1" dirty="0">
                <a:solidFill>
                  <a:srgbClr val="000000"/>
                </a:solidFill>
                <a:latin typeface="Arial" panose="020B0604020202020204" pitchFamily="34" charset="0"/>
                <a:ea typeface="Arial"/>
                <a:cs typeface="Arial" panose="020B0604020202020204" pitchFamily="34" charset="0"/>
                <a:sym typeface="Arial"/>
              </a:rPr>
              <a:t>Project Tile – </a:t>
            </a:r>
            <a:r>
              <a:rPr lang="en-IN" sz="2800" b="1" dirty="0" err="1">
                <a:latin typeface="Arial" panose="020B0604020202020204" pitchFamily="34" charset="0"/>
                <a:cs typeface="Arial" panose="020B0604020202020204" pitchFamily="34" charset="0"/>
              </a:rPr>
              <a:t>CareerCraft</a:t>
            </a:r>
            <a:r>
              <a:rPr lang="en-IN" sz="2800" b="1" dirty="0">
                <a:latin typeface="Arial" panose="020B0604020202020204" pitchFamily="34" charset="0"/>
                <a:cs typeface="Arial" panose="020B0604020202020204" pitchFamily="34" charset="0"/>
              </a:rPr>
              <a:t>: AI-Powered Personalized Career Guidance Assistant</a:t>
            </a:r>
          </a:p>
          <a:p>
            <a:r>
              <a:rPr lang="en-IN" sz="2800" b="1" dirty="0">
                <a:latin typeface="Arial" panose="020B0604020202020204" pitchFamily="34" charset="0"/>
                <a:cs typeface="Arial" panose="020B0604020202020204" pitchFamily="34" charset="0"/>
              </a:rPr>
              <a:t>         Domain of Project – Education / Career Guidance</a:t>
            </a:r>
            <a:endParaRPr lang="en-IN" sz="2000" b="1" dirty="0">
              <a:latin typeface="Arial" panose="020B0604020202020204" pitchFamily="34" charset="0"/>
              <a:cs typeface="Arial" panose="020B0604020202020204" pitchFamily="34" charset="0"/>
            </a:endParaRPr>
          </a:p>
          <a:p>
            <a:endParaRPr lang="en-IN" sz="2000" b="1" dirty="0"/>
          </a:p>
          <a:p>
            <a:endParaRPr lang="en-IN" dirty="0">
              <a:solidFill>
                <a:schemeClr val="dk1"/>
              </a:solidFill>
            </a:endParaRPr>
          </a:p>
          <a:p>
            <a:endParaRPr lang="en-IN" sz="2000" b="1" dirty="0"/>
          </a:p>
          <a:p>
            <a:endParaRPr lang="en-IN" dirty="0"/>
          </a:p>
        </p:txBody>
      </p:sp>
      <p:graphicFrame>
        <p:nvGraphicFramePr>
          <p:cNvPr id="4" name="Table 3">
            <a:extLst>
              <a:ext uri="{FF2B5EF4-FFF2-40B4-BE49-F238E27FC236}">
                <a16:creationId xmlns:a16="http://schemas.microsoft.com/office/drawing/2014/main" id="{1F79D5AD-1394-7644-40E1-4F15C0DA569C}"/>
              </a:ext>
            </a:extLst>
          </p:cNvPr>
          <p:cNvGraphicFramePr>
            <a:graphicFrameLocks noGrp="1"/>
          </p:cNvGraphicFramePr>
          <p:nvPr>
            <p:extLst>
              <p:ext uri="{D42A27DB-BD31-4B8C-83A1-F6EECF244321}">
                <p14:modId xmlns:p14="http://schemas.microsoft.com/office/powerpoint/2010/main" val="2591019247"/>
              </p:ext>
            </p:extLst>
          </p:nvPr>
        </p:nvGraphicFramePr>
        <p:xfrm>
          <a:off x="1796026" y="2306085"/>
          <a:ext cx="8128000" cy="2342036"/>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12055754"/>
                    </a:ext>
                  </a:extLst>
                </a:gridCol>
                <a:gridCol w="2032000">
                  <a:extLst>
                    <a:ext uri="{9D8B030D-6E8A-4147-A177-3AD203B41FA5}">
                      <a16:colId xmlns:a16="http://schemas.microsoft.com/office/drawing/2014/main" val="1268210640"/>
                    </a:ext>
                  </a:extLst>
                </a:gridCol>
                <a:gridCol w="2032000">
                  <a:extLst>
                    <a:ext uri="{9D8B030D-6E8A-4147-A177-3AD203B41FA5}">
                      <a16:colId xmlns:a16="http://schemas.microsoft.com/office/drawing/2014/main" val="1258906085"/>
                    </a:ext>
                  </a:extLst>
                </a:gridCol>
                <a:gridCol w="2032000">
                  <a:extLst>
                    <a:ext uri="{9D8B030D-6E8A-4147-A177-3AD203B41FA5}">
                      <a16:colId xmlns:a16="http://schemas.microsoft.com/office/drawing/2014/main" val="3368493886"/>
                    </a:ext>
                  </a:extLst>
                </a:gridCol>
              </a:tblGrid>
              <a:tr h="8205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u="none" strike="noStrike" cap="none" dirty="0">
                          <a:latin typeface="Arial" panose="020B0604020202020204" pitchFamily="34" charset="0"/>
                          <a:cs typeface="Arial" panose="020B0604020202020204" pitchFamily="34" charset="0"/>
                        </a:rPr>
                        <a:t>Student Name</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u="none" strike="noStrike" cap="none" dirty="0">
                          <a:latin typeface="Arial" panose="020B0604020202020204" pitchFamily="34" charset="0"/>
                          <a:cs typeface="Arial" panose="020B0604020202020204" pitchFamily="34" charset="0"/>
                        </a:rPr>
                        <a:t>Recent Passport Photo</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cap="none" dirty="0">
                          <a:solidFill>
                            <a:schemeClr val="bg1"/>
                          </a:solidFill>
                          <a:latin typeface="Arial"/>
                          <a:ea typeface="Arial"/>
                          <a:cs typeface="Arial"/>
                          <a:sym typeface="Arial"/>
                        </a:rPr>
                        <a:t>Email ID </a:t>
                      </a:r>
                    </a:p>
                    <a:p>
                      <a:endParaRPr lang="en-IN" dirty="0"/>
                    </a:p>
                  </a:txBody>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chemeClr val="bg1"/>
                          </a:solidFill>
                          <a:latin typeface="Arial"/>
                          <a:ea typeface="Arial"/>
                          <a:cs typeface="Arial"/>
                          <a:sym typeface="Arial"/>
                        </a:rPr>
                        <a:t>Mobile number</a:t>
                      </a: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chemeClr val="bg1"/>
                          </a:solidFill>
                          <a:latin typeface="Arial"/>
                          <a:ea typeface="Arial"/>
                          <a:cs typeface="Arial"/>
                          <a:sym typeface="Arial"/>
                        </a:rPr>
                        <a:t>[WhatsApp] </a:t>
                      </a:r>
                    </a:p>
                    <a:p>
                      <a:endParaRPr lang="en-IN" dirty="0"/>
                    </a:p>
                  </a:txBody>
                  <a:tcPr/>
                </a:tc>
                <a:extLst>
                  <a:ext uri="{0D108BD9-81ED-4DB2-BD59-A6C34878D82A}">
                    <a16:rowId xmlns:a16="http://schemas.microsoft.com/office/drawing/2014/main" val="717686662"/>
                  </a:ext>
                </a:extLst>
              </a:tr>
              <a:tr h="1427636">
                <a:tc>
                  <a:txBody>
                    <a:bodyPr/>
                    <a:lstStyle/>
                    <a:p>
                      <a:r>
                        <a:rPr lang="en-US" dirty="0"/>
                        <a:t>ARYAN SANJAY KUDALE</a:t>
                      </a:r>
                      <a:endParaRPr lang="en-IN" dirty="0"/>
                    </a:p>
                  </a:txBody>
                  <a:tcPr/>
                </a:tc>
                <a:tc>
                  <a:txBody>
                    <a:bodyPr/>
                    <a:lstStyle/>
                    <a:p>
                      <a:endParaRPr lang="en-IN" dirty="0"/>
                    </a:p>
                  </a:txBody>
                  <a:tcPr/>
                </a:tc>
                <a:tc>
                  <a:txBody>
                    <a:bodyPr/>
                    <a:lstStyle/>
                    <a:p>
                      <a:r>
                        <a:rPr lang="en-US" dirty="0"/>
                        <a:t>kudalearyan019@gmail.com</a:t>
                      </a:r>
                      <a:endParaRPr lang="en-IN" dirty="0"/>
                    </a:p>
                  </a:txBody>
                  <a:tcPr/>
                </a:tc>
                <a:tc>
                  <a:txBody>
                    <a:bodyPr/>
                    <a:lstStyle/>
                    <a:p>
                      <a:endParaRPr lang="en-IN" dirty="0">
                        <a:solidFill>
                          <a:srgbClr val="9CD6E4"/>
                        </a:solidFill>
                      </a:endParaRPr>
                    </a:p>
                  </a:txBody>
                  <a:tcPr/>
                </a:tc>
                <a:extLst>
                  <a:ext uri="{0D108BD9-81ED-4DB2-BD59-A6C34878D82A}">
                    <a16:rowId xmlns:a16="http://schemas.microsoft.com/office/drawing/2014/main" val="796203280"/>
                  </a:ext>
                </a:extLst>
              </a:tr>
            </a:tbl>
          </a:graphicData>
        </a:graphic>
      </p:graphicFrame>
    </p:spTree>
    <p:extLst>
      <p:ext uri="{BB962C8B-B14F-4D97-AF65-F5344CB8AC3E}">
        <p14:creationId xmlns:p14="http://schemas.microsoft.com/office/powerpoint/2010/main" val="41856211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CA2E05-1CDC-61A2-17E5-CEC4C1622AC8}"/>
              </a:ext>
            </a:extLst>
          </p:cNvPr>
          <p:cNvSpPr txBox="1"/>
          <p:nvPr/>
        </p:nvSpPr>
        <p:spPr>
          <a:xfrm>
            <a:off x="98323" y="0"/>
            <a:ext cx="11798710" cy="7201972"/>
          </a:xfrm>
          <a:prstGeom prst="rect">
            <a:avLst/>
          </a:prstGeom>
          <a:noFill/>
        </p:spPr>
        <p:txBody>
          <a:bodyPr wrap="square" rtlCol="0">
            <a:spAutoFit/>
          </a:bodyPr>
          <a:lstStyle/>
          <a:p>
            <a:r>
              <a:rPr lang="en-IN" sz="2800" b="1" dirty="0">
                <a:latin typeface="Arial" panose="020B0604020202020204" pitchFamily="34" charset="0"/>
                <a:cs typeface="Arial" panose="020B0604020202020204" pitchFamily="34" charset="0"/>
              </a:rPr>
              <a:t>Problem Statement:-</a:t>
            </a:r>
            <a:r>
              <a:rPr lang="en-US" sz="2800" b="1" dirty="0">
                <a:latin typeface="Arial" panose="020B0604020202020204" pitchFamily="34" charset="0"/>
                <a:cs typeface="Arial" panose="020B0604020202020204" pitchFamily="34" charset="0"/>
              </a:rPr>
              <a:t> No.12 - Agentic AI for Personalized Course Pathways</a:t>
            </a:r>
          </a:p>
          <a:p>
            <a:endParaRPr lang="en-IN" sz="2800" b="1"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The Challenge:</a:t>
            </a:r>
          </a:p>
          <a:p>
            <a:r>
              <a:rPr lang="en-IN" sz="2000" dirty="0">
                <a:latin typeface="Arial" panose="020B0604020202020204" pitchFamily="34" charset="0"/>
                <a:cs typeface="Arial" panose="020B0604020202020204" pitchFamily="34" charset="0"/>
              </a:rPr>
              <a:t>Students often struggle to choose the right career path due to limited access to personalized career guidance and a lack of awareness about emerging career opportunities. Traditional career </a:t>
            </a:r>
            <a:r>
              <a:rPr lang="en-IN" sz="2000" dirty="0" err="1">
                <a:latin typeface="Arial" panose="020B0604020202020204" pitchFamily="34" charset="0"/>
                <a:cs typeface="Arial" panose="020B0604020202020204" pitchFamily="34" charset="0"/>
              </a:rPr>
              <a:t>counseling</a:t>
            </a:r>
            <a:r>
              <a:rPr lang="en-IN" sz="2000" dirty="0">
                <a:latin typeface="Arial" panose="020B0604020202020204" pitchFamily="34" charset="0"/>
                <a:cs typeface="Arial" panose="020B0604020202020204" pitchFamily="34" charset="0"/>
              </a:rPr>
              <a:t> is often expensive, time-consuming, or unavailable, while generic online resources fail to provide individualized recommendations. As technology evolves rapidly, students also find it difficult to identify the right skills, certifications, projects, and learning resources required to achieve their career goals.</a:t>
            </a:r>
          </a:p>
          <a:p>
            <a:endParaRPr lang="en-IN" sz="20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The Objective:</a:t>
            </a:r>
          </a:p>
          <a:p>
            <a:r>
              <a:rPr lang="en-IN" sz="2000" dirty="0">
                <a:latin typeface="Arial" panose="020B0604020202020204" pitchFamily="34" charset="0"/>
                <a:cs typeface="Arial" panose="020B0604020202020204" pitchFamily="34" charset="0"/>
              </a:rPr>
              <a:t>Develop an AI-powered Career Guidance Assistant using </a:t>
            </a:r>
            <a:r>
              <a:rPr lang="en-IN" sz="2000" b="1" dirty="0">
                <a:latin typeface="Arial" panose="020B0604020202020204" pitchFamily="34" charset="0"/>
                <a:cs typeface="Arial" panose="020B0604020202020204" pitchFamily="34" charset="0"/>
              </a:rPr>
              <a:t>IBM Granite</a:t>
            </a:r>
            <a:r>
              <a:rPr lang="en-IN" sz="2000" dirty="0">
                <a:latin typeface="Arial" panose="020B0604020202020204" pitchFamily="34" charset="0"/>
                <a:cs typeface="Arial" panose="020B0604020202020204" pitchFamily="34" charset="0"/>
              </a:rPr>
              <a:t> and </a:t>
            </a:r>
            <a:r>
              <a:rPr lang="en-IN" sz="2000" b="1" dirty="0">
                <a:latin typeface="Arial" panose="020B0604020202020204" pitchFamily="34" charset="0"/>
                <a:cs typeface="Arial" panose="020B0604020202020204" pitchFamily="34" charset="0"/>
              </a:rPr>
              <a:t>IBM Cloud Lite Services</a:t>
            </a:r>
            <a:r>
              <a:rPr lang="en-IN" sz="2000" dirty="0">
                <a:latin typeface="Arial" panose="020B0604020202020204" pitchFamily="34" charset="0"/>
                <a:cs typeface="Arial" panose="020B0604020202020204" pitchFamily="34" charset="0"/>
              </a:rPr>
              <a:t> that can:</a:t>
            </a:r>
          </a:p>
          <a:p>
            <a:pPr marL="34290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Recommend suitable career paths based on user interests and goals. </a:t>
            </a:r>
          </a:p>
          <a:p>
            <a:pPr marL="34290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Generate personalized learning roadmaps. </a:t>
            </a:r>
          </a:p>
          <a:p>
            <a:pPr marL="34290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Identify skill gaps. </a:t>
            </a:r>
          </a:p>
          <a:p>
            <a:pPr marL="34290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Recommend certifications, projects, and learning resources. </a:t>
            </a:r>
          </a:p>
          <a:p>
            <a:pPr marL="34290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Provide resume improvement and interview preparation guidance. </a:t>
            </a:r>
          </a:p>
          <a:p>
            <a:pPr marL="34290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Offer an interactive conversational experience.</a:t>
            </a:r>
          </a:p>
          <a:p>
            <a:pPr marL="342900" indent="-342900">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a:p>
            <a:endParaRPr lang="en-IN" sz="2000" dirty="0">
              <a:latin typeface="Arial" panose="020B0604020202020204" pitchFamily="34" charset="0"/>
              <a:cs typeface="Arial" panose="020B0604020202020204" pitchFamily="34" charset="0"/>
            </a:endParaRPr>
          </a:p>
          <a:p>
            <a:endParaRPr lang="en-IN" dirty="0"/>
          </a:p>
        </p:txBody>
      </p:sp>
    </p:spTree>
    <p:extLst>
      <p:ext uri="{BB962C8B-B14F-4D97-AF65-F5344CB8AC3E}">
        <p14:creationId xmlns:p14="http://schemas.microsoft.com/office/powerpoint/2010/main" val="4179815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1B4E929-B659-97F2-092E-F57BCFCA455D}"/>
              </a:ext>
            </a:extLst>
          </p:cNvPr>
          <p:cNvSpPr txBox="1"/>
          <p:nvPr/>
        </p:nvSpPr>
        <p:spPr>
          <a:xfrm>
            <a:off x="108154" y="0"/>
            <a:ext cx="11838039" cy="7263527"/>
          </a:xfrm>
          <a:prstGeom prst="rect">
            <a:avLst/>
          </a:prstGeom>
          <a:noFill/>
        </p:spPr>
        <p:txBody>
          <a:bodyPr wrap="square" rtlCol="0">
            <a:spAutoFit/>
          </a:bodyPr>
          <a:lstStyle/>
          <a:p>
            <a:r>
              <a:rPr lang="en-IN" sz="2800" b="1" dirty="0">
                <a:latin typeface="Arial" panose="020B0604020202020204" pitchFamily="34" charset="0"/>
                <a:cs typeface="Arial" panose="020B0604020202020204" pitchFamily="34" charset="0"/>
              </a:rPr>
              <a:t>Proposed Solution:</a:t>
            </a:r>
          </a:p>
          <a:p>
            <a:r>
              <a:rPr lang="en-IN" sz="2000" dirty="0" err="1">
                <a:latin typeface="Arial" panose="020B0604020202020204" pitchFamily="34" charset="0"/>
                <a:cs typeface="Arial" panose="020B0604020202020204" pitchFamily="34" charset="0"/>
              </a:rPr>
              <a:t>CareerCraft</a:t>
            </a:r>
            <a:r>
              <a:rPr lang="en-IN" sz="2000" dirty="0">
                <a:latin typeface="Arial" panose="020B0604020202020204" pitchFamily="34" charset="0"/>
                <a:cs typeface="Arial" panose="020B0604020202020204" pitchFamily="34" charset="0"/>
              </a:rPr>
              <a:t> AI is an Agentic AI-powered career mentoring solution developed in two phases.</a:t>
            </a:r>
          </a:p>
          <a:p>
            <a:r>
              <a:rPr lang="en-IN" sz="2000" b="1" dirty="0">
                <a:latin typeface="Arial" panose="020B0604020202020204" pitchFamily="34" charset="0"/>
                <a:cs typeface="Arial" panose="020B0604020202020204" pitchFamily="34" charset="0"/>
              </a:rPr>
              <a:t>Phase 1:</a:t>
            </a:r>
            <a:r>
              <a:rPr lang="en-IN" sz="2000" dirty="0">
                <a:latin typeface="Arial" panose="020B0604020202020204" pitchFamily="34" charset="0"/>
                <a:cs typeface="Arial" panose="020B0604020202020204" pitchFamily="34" charset="0"/>
              </a:rPr>
              <a:t> AI agent design using IBM watsonx.ai Studio, IBM Granite Foundation Models and </a:t>
            </a:r>
            <a:r>
              <a:rPr lang="en-IN" sz="2000" dirty="0" err="1">
                <a:latin typeface="Arial" panose="020B0604020202020204" pitchFamily="34" charset="0"/>
                <a:cs typeface="Arial" panose="020B0604020202020204" pitchFamily="34" charset="0"/>
              </a:rPr>
              <a:t>watsonx</a:t>
            </a:r>
            <a:r>
              <a:rPr lang="en-IN" sz="2000" dirty="0">
                <a:latin typeface="Arial" panose="020B0604020202020204" pitchFamily="34" charset="0"/>
                <a:cs typeface="Arial" panose="020B0604020202020204" pitchFamily="34" charset="0"/>
              </a:rPr>
              <a:t> Orchestrate for prompt engineering, testing, and conversational workflow design.</a:t>
            </a:r>
          </a:p>
          <a:p>
            <a:r>
              <a:rPr lang="en-IN" sz="2000"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Note:Initially</a:t>
            </a:r>
            <a:r>
              <a:rPr lang="en-IN" dirty="0">
                <a:latin typeface="Arial" panose="020B0604020202020204" pitchFamily="34" charset="0"/>
                <a:cs typeface="Arial" panose="020B0604020202020204" pitchFamily="34" charset="0"/>
              </a:rPr>
              <a:t> used watsonx.ai Studio and </a:t>
            </a:r>
            <a:r>
              <a:rPr lang="en-IN" dirty="0" err="1">
                <a:latin typeface="Arial" panose="020B0604020202020204" pitchFamily="34" charset="0"/>
                <a:cs typeface="Arial" panose="020B0604020202020204" pitchFamily="34" charset="0"/>
              </a:rPr>
              <a:t>watsonx</a:t>
            </a:r>
            <a:r>
              <a:rPr lang="en-IN" dirty="0">
                <a:latin typeface="Arial" panose="020B0604020202020204" pitchFamily="34" charset="0"/>
                <a:cs typeface="Arial" panose="020B0604020202020204" pitchFamily="34" charset="0"/>
              </a:rPr>
              <a:t> Orchestrate for this project but later for development purpose and Better visual representation and working used IBM BOB</a:t>
            </a:r>
            <a:r>
              <a:rPr lang="en-IN" sz="2000" dirty="0">
                <a:latin typeface="Arial" panose="020B0604020202020204" pitchFamily="34" charset="0"/>
                <a:cs typeface="Arial" panose="020B0604020202020204" pitchFamily="34" charset="0"/>
              </a:rPr>
              <a:t>.)</a:t>
            </a:r>
          </a:p>
          <a:p>
            <a:r>
              <a:rPr lang="en-IN" sz="2000" b="1" dirty="0">
                <a:latin typeface="Arial" panose="020B0604020202020204" pitchFamily="34" charset="0"/>
                <a:cs typeface="Arial" panose="020B0604020202020204" pitchFamily="34" charset="0"/>
              </a:rPr>
              <a:t>Phase 2:</a:t>
            </a:r>
            <a:r>
              <a:rPr lang="en-IN" sz="2000" dirty="0">
                <a:latin typeface="Arial" panose="020B0604020202020204" pitchFamily="34" charset="0"/>
                <a:cs typeface="Arial" panose="020B0604020202020204" pitchFamily="34" charset="0"/>
              </a:rPr>
              <a:t> Development of a responsive web application using IBM Bob, Python Flask and IBM watsonx.ai APIs to provide an interactive career guidance platform.</a:t>
            </a:r>
          </a:p>
          <a:p>
            <a:r>
              <a:rPr lang="en-IN" sz="2000" dirty="0">
                <a:latin typeface="Arial" panose="020B0604020202020204" pitchFamily="34" charset="0"/>
                <a:cs typeface="Arial" panose="020B0604020202020204" pitchFamily="34" charset="0"/>
              </a:rPr>
              <a:t>The application collects information about:</a:t>
            </a:r>
          </a:p>
          <a:p>
            <a:pPr marL="34290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Career goals </a:t>
            </a:r>
          </a:p>
          <a:p>
            <a:pPr marL="34290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Education </a:t>
            </a:r>
          </a:p>
          <a:p>
            <a:pPr marL="34290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Existing skills </a:t>
            </a:r>
          </a:p>
          <a:p>
            <a:pPr marL="34290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Daily study hours </a:t>
            </a:r>
          </a:p>
          <a:p>
            <a:pPr marL="34290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Preferred learning style </a:t>
            </a:r>
          </a:p>
          <a:p>
            <a:r>
              <a:rPr lang="en-IN" sz="2000" dirty="0">
                <a:latin typeface="Arial" panose="020B0604020202020204" pitchFamily="34" charset="0"/>
                <a:cs typeface="Arial" panose="020B0604020202020204" pitchFamily="34" charset="0"/>
              </a:rPr>
              <a:t>It then generates:</a:t>
            </a:r>
          </a:p>
          <a:p>
            <a:pPr marL="34290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Personalized learning roadmap </a:t>
            </a:r>
          </a:p>
          <a:p>
            <a:pPr marL="34290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Skill gap analysis </a:t>
            </a:r>
          </a:p>
          <a:p>
            <a:pPr marL="34290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Projects </a:t>
            </a:r>
          </a:p>
          <a:p>
            <a:pPr marL="34290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Certifications </a:t>
            </a:r>
          </a:p>
          <a:p>
            <a:pPr marL="34290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Learning resources </a:t>
            </a:r>
          </a:p>
          <a:p>
            <a:pPr marL="34290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Resume guidance </a:t>
            </a:r>
          </a:p>
          <a:p>
            <a:pPr marL="34290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Interview preparation </a:t>
            </a:r>
          </a:p>
          <a:p>
            <a:endParaRPr lang="en-IN" dirty="0"/>
          </a:p>
        </p:txBody>
      </p:sp>
    </p:spTree>
    <p:extLst>
      <p:ext uri="{BB962C8B-B14F-4D97-AF65-F5344CB8AC3E}">
        <p14:creationId xmlns:p14="http://schemas.microsoft.com/office/powerpoint/2010/main" val="21452217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BC968A-44BA-5AD3-FD59-7FB6764DBD0F}"/>
              </a:ext>
            </a:extLst>
          </p:cNvPr>
          <p:cNvSpPr txBox="1"/>
          <p:nvPr/>
        </p:nvSpPr>
        <p:spPr>
          <a:xfrm>
            <a:off x="580104" y="314632"/>
            <a:ext cx="11297264" cy="6463308"/>
          </a:xfrm>
          <a:prstGeom prst="rect">
            <a:avLst/>
          </a:prstGeom>
          <a:noFill/>
        </p:spPr>
        <p:txBody>
          <a:bodyPr wrap="square" rtlCol="0">
            <a:spAutoFit/>
          </a:bodyPr>
          <a:lstStyle/>
          <a:p>
            <a:r>
              <a:rPr lang="en-IN" sz="2800" b="1" dirty="0">
                <a:latin typeface="Arial" panose="020B0604020202020204" pitchFamily="34" charset="0"/>
                <a:cs typeface="Arial" panose="020B0604020202020204" pitchFamily="34" charset="0"/>
              </a:rPr>
              <a:t>Technologies Used:</a:t>
            </a:r>
          </a:p>
          <a:p>
            <a:endParaRPr lang="en-IN" sz="2800" b="1"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IBM watsonx.ai Studio:</a:t>
            </a:r>
          </a:p>
          <a:p>
            <a:r>
              <a:rPr lang="en-IN" sz="2000" dirty="0">
                <a:latin typeface="Arial" panose="020B0604020202020204" pitchFamily="34" charset="0"/>
                <a:cs typeface="Arial" panose="020B0604020202020204" pitchFamily="34" charset="0"/>
              </a:rPr>
              <a:t>     Used for prompt engineering, testing, and optimizing </a:t>
            </a:r>
            <a:r>
              <a:rPr lang="en-IN" sz="2000" dirty="0" err="1">
                <a:latin typeface="Arial" panose="020B0604020202020204" pitchFamily="34" charset="0"/>
                <a:cs typeface="Arial" panose="020B0604020202020204" pitchFamily="34" charset="0"/>
              </a:rPr>
              <a:t>CareerCraft</a:t>
            </a:r>
            <a:r>
              <a:rPr lang="en-IN" sz="2000" dirty="0">
                <a:latin typeface="Arial" panose="020B0604020202020204" pitchFamily="34" charset="0"/>
                <a:cs typeface="Arial" panose="020B0604020202020204" pitchFamily="34" charset="0"/>
              </a:rPr>
              <a:t> AI responses.</a:t>
            </a:r>
          </a:p>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IBM Granite Foundation Model:</a:t>
            </a:r>
          </a:p>
          <a:p>
            <a:r>
              <a:rPr lang="en-IN" sz="2000" dirty="0">
                <a:latin typeface="Arial" panose="020B0604020202020204" pitchFamily="34" charset="0"/>
                <a:cs typeface="Arial" panose="020B0604020202020204" pitchFamily="34" charset="0"/>
              </a:rPr>
              <a:t>    Served as the core Large Language Model (LLM) for personalized career guidance and      roadmap generation.</a:t>
            </a:r>
          </a:p>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IBM </a:t>
            </a:r>
            <a:r>
              <a:rPr lang="en-IN" sz="2000" b="1" dirty="0" err="1">
                <a:latin typeface="Arial" panose="020B0604020202020204" pitchFamily="34" charset="0"/>
                <a:cs typeface="Arial" panose="020B0604020202020204" pitchFamily="34" charset="0"/>
              </a:rPr>
              <a:t>watsonx</a:t>
            </a:r>
            <a:r>
              <a:rPr lang="en-IN" sz="2000" b="1" dirty="0">
                <a:latin typeface="Arial" panose="020B0604020202020204" pitchFamily="34" charset="0"/>
                <a:cs typeface="Arial" panose="020B0604020202020204" pitchFamily="34" charset="0"/>
              </a:rPr>
              <a:t> Orchestrate:</a:t>
            </a:r>
          </a:p>
          <a:p>
            <a:r>
              <a:rPr lang="en-IN" sz="2000" dirty="0">
                <a:latin typeface="Arial" panose="020B0604020202020204" pitchFamily="34" charset="0"/>
                <a:cs typeface="Arial" panose="020B0604020202020204" pitchFamily="34" charset="0"/>
              </a:rPr>
              <a:t>     Used to build and manage the conversational AI agent workflow.</a:t>
            </a:r>
          </a:p>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IBM Bob:</a:t>
            </a:r>
          </a:p>
          <a:p>
            <a:r>
              <a:rPr lang="en-IN" sz="2000" dirty="0">
                <a:latin typeface="Arial" panose="020B0604020202020204" pitchFamily="34" charset="0"/>
                <a:cs typeface="Arial" panose="020B0604020202020204" pitchFamily="34" charset="0"/>
              </a:rPr>
              <a:t>     Used to develop the </a:t>
            </a:r>
            <a:r>
              <a:rPr lang="en-IN" sz="2000" dirty="0" err="1">
                <a:latin typeface="Arial" panose="020B0604020202020204" pitchFamily="34" charset="0"/>
                <a:cs typeface="Arial" panose="020B0604020202020204" pitchFamily="34" charset="0"/>
              </a:rPr>
              <a:t>CareerCraft</a:t>
            </a:r>
            <a:r>
              <a:rPr lang="en-IN" sz="2000" dirty="0">
                <a:latin typeface="Arial" panose="020B0604020202020204" pitchFamily="34" charset="0"/>
                <a:cs typeface="Arial" panose="020B0604020202020204" pitchFamily="34" charset="0"/>
              </a:rPr>
              <a:t> AI web application with an interactive frontend and Flask backend.</a:t>
            </a:r>
          </a:p>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Python Flask:</a:t>
            </a:r>
          </a:p>
          <a:p>
            <a:r>
              <a:rPr lang="en-IN" sz="2000" dirty="0">
                <a:latin typeface="Arial" panose="020B0604020202020204" pitchFamily="34" charset="0"/>
                <a:cs typeface="Arial" panose="020B0604020202020204" pitchFamily="34" charset="0"/>
              </a:rPr>
              <a:t>     Used to build the backend application and connect the frontend with IBM watsonx.ai services.</a:t>
            </a:r>
          </a:p>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IBM Cloud Lite:</a:t>
            </a:r>
          </a:p>
          <a:p>
            <a:r>
              <a:rPr lang="en-IN" sz="2000" dirty="0">
                <a:latin typeface="Arial" panose="020B0604020202020204" pitchFamily="34" charset="0"/>
                <a:cs typeface="Arial" panose="020B0604020202020204" pitchFamily="34" charset="0"/>
              </a:rPr>
              <a:t>     Provided secure cloud access to IBM AI services for development and testing.</a:t>
            </a:r>
          </a:p>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GitHub:</a:t>
            </a:r>
          </a:p>
          <a:p>
            <a:r>
              <a:rPr lang="en-IN" sz="2000" dirty="0">
                <a:latin typeface="Arial" panose="020B0604020202020204" pitchFamily="34" charset="0"/>
                <a:cs typeface="Arial" panose="020B0604020202020204" pitchFamily="34" charset="0"/>
              </a:rPr>
              <a:t>     Used for version control, project documentation, and source code management.</a:t>
            </a:r>
          </a:p>
          <a:p>
            <a:pPr marL="342900" indent="-342900">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a:p>
            <a:endParaRPr lang="en-IN" dirty="0"/>
          </a:p>
        </p:txBody>
      </p:sp>
    </p:spTree>
    <p:extLst>
      <p:ext uri="{BB962C8B-B14F-4D97-AF65-F5344CB8AC3E}">
        <p14:creationId xmlns:p14="http://schemas.microsoft.com/office/powerpoint/2010/main" val="2659165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E4977C-9837-F23C-BDF2-3246FDEAB1E3}"/>
              </a:ext>
            </a:extLst>
          </p:cNvPr>
          <p:cNvSpPr txBox="1"/>
          <p:nvPr/>
        </p:nvSpPr>
        <p:spPr>
          <a:xfrm>
            <a:off x="157316" y="68826"/>
            <a:ext cx="11670891" cy="5386090"/>
          </a:xfrm>
          <a:prstGeom prst="rect">
            <a:avLst/>
          </a:prstGeom>
          <a:noFill/>
        </p:spPr>
        <p:txBody>
          <a:bodyPr wrap="square" rtlCol="0">
            <a:spAutoFit/>
          </a:bodyPr>
          <a:lstStyle/>
          <a:p>
            <a:r>
              <a:rPr lang="en-IN" sz="2800" b="1" dirty="0">
                <a:latin typeface="Arial" panose="020B0604020202020204" pitchFamily="34" charset="0"/>
                <a:cs typeface="Arial" panose="020B0604020202020204" pitchFamily="34" charset="0"/>
              </a:rPr>
              <a:t>WORKFLOW:</a:t>
            </a:r>
          </a:p>
          <a:p>
            <a:r>
              <a:rPr lang="en-IN" sz="2800" b="1" dirty="0">
                <a:latin typeface="Arial" panose="020B0604020202020204" pitchFamily="34" charset="0"/>
                <a:cs typeface="Arial" panose="020B0604020202020204" pitchFamily="34" charset="0"/>
              </a:rPr>
              <a:t> </a:t>
            </a:r>
          </a:p>
          <a:p>
            <a:r>
              <a:rPr lang="en-IN" sz="2800" b="1" dirty="0">
                <a:latin typeface="Arial" panose="020B0604020202020204" pitchFamily="34" charset="0"/>
                <a:cs typeface="Arial" panose="020B0604020202020204" pitchFamily="34" charset="0"/>
              </a:rPr>
              <a:t>                                                             </a:t>
            </a:r>
            <a:r>
              <a:rPr lang="en-IN" sz="2000" dirty="0">
                <a:latin typeface="Arial" panose="020B0604020202020204" pitchFamily="34" charset="0"/>
                <a:cs typeface="Arial" panose="020B0604020202020204" pitchFamily="34" charset="0"/>
              </a:rPr>
              <a:t>User</a:t>
            </a:r>
            <a:endParaRPr lang="en-IN" sz="2800" b="1" dirty="0">
              <a:latin typeface="Arial" panose="020B0604020202020204" pitchFamily="34" charset="0"/>
              <a:cs typeface="Arial" panose="020B0604020202020204" pitchFamily="34" charset="0"/>
            </a:endParaRPr>
          </a:p>
          <a:p>
            <a:r>
              <a:rPr lang="en-IN" sz="2800" b="1" dirty="0">
                <a:latin typeface="Arial" panose="020B0604020202020204" pitchFamily="34" charset="0"/>
                <a:cs typeface="Arial" panose="020B0604020202020204" pitchFamily="34" charset="0"/>
              </a:rPr>
              <a:t>                                                               </a:t>
            </a:r>
            <a:r>
              <a:rPr lang="en-IN" sz="2800" dirty="0">
                <a:latin typeface="Arial" panose="020B0604020202020204" pitchFamily="34" charset="0"/>
                <a:cs typeface="Arial" panose="020B0604020202020204" pitchFamily="34" charset="0"/>
              </a:rPr>
              <a:t>I</a:t>
            </a:r>
          </a:p>
          <a:p>
            <a:r>
              <a:rPr lang="en-IN" sz="2800" dirty="0">
                <a:latin typeface="Arial" panose="020B0604020202020204" pitchFamily="34" charset="0"/>
                <a:cs typeface="Arial" panose="020B0604020202020204" pitchFamily="34" charset="0"/>
              </a:rPr>
              <a:t>                                                   </a:t>
            </a:r>
            <a:r>
              <a:rPr lang="en-IN" sz="2000" dirty="0">
                <a:latin typeface="Arial" panose="020B0604020202020204" pitchFamily="34" charset="0"/>
                <a:cs typeface="Arial" panose="020B0604020202020204" pitchFamily="34" charset="0"/>
              </a:rPr>
              <a:t>Collect user information</a:t>
            </a:r>
          </a:p>
          <a:p>
            <a:r>
              <a:rPr lang="en-IN" sz="2800" b="1" dirty="0">
                <a:latin typeface="Arial" panose="020B0604020202020204" pitchFamily="34" charset="0"/>
                <a:cs typeface="Arial" panose="020B0604020202020204" pitchFamily="34" charset="0"/>
              </a:rPr>
              <a:t>                                                               I</a:t>
            </a:r>
          </a:p>
          <a:p>
            <a:r>
              <a:rPr lang="en-IN" sz="2800" b="1" dirty="0">
                <a:latin typeface="Arial" panose="020B0604020202020204" pitchFamily="34" charset="0"/>
                <a:cs typeface="Arial" panose="020B0604020202020204" pitchFamily="34" charset="0"/>
              </a:rPr>
              <a:t>                                                   </a:t>
            </a:r>
            <a:r>
              <a:rPr lang="en-IN" sz="2000" dirty="0">
                <a:latin typeface="Arial" panose="020B0604020202020204" pitchFamily="34" charset="0"/>
                <a:cs typeface="Arial" panose="020B0604020202020204" pitchFamily="34" charset="0"/>
              </a:rPr>
              <a:t>Process user information</a:t>
            </a:r>
          </a:p>
          <a:p>
            <a:r>
              <a:rPr lang="en-IN" sz="2000" b="1" dirty="0">
                <a:latin typeface="Arial" panose="020B0604020202020204" pitchFamily="34" charset="0"/>
                <a:cs typeface="Arial" panose="020B0604020202020204" pitchFamily="34" charset="0"/>
              </a:rPr>
              <a:t>                                                                                         </a:t>
            </a:r>
            <a:r>
              <a:rPr lang="en-IN" sz="2800" b="1" dirty="0">
                <a:latin typeface="Arial" panose="020B0604020202020204" pitchFamily="34" charset="0"/>
                <a:cs typeface="Arial" panose="020B0604020202020204" pitchFamily="34" charset="0"/>
              </a:rPr>
              <a:t>I</a:t>
            </a:r>
          </a:p>
          <a:p>
            <a:pPr algn="ctr"/>
            <a:r>
              <a:rPr lang="en-IN" sz="2000" dirty="0">
                <a:latin typeface="Arial" panose="020B0604020202020204" pitchFamily="34" charset="0"/>
                <a:cs typeface="Arial" panose="020B0604020202020204" pitchFamily="34" charset="0"/>
              </a:rPr>
              <a:t>            IBM Granite</a:t>
            </a:r>
          </a:p>
          <a:p>
            <a:pPr algn="ctr"/>
            <a:r>
              <a:rPr lang="en-IN" sz="2000" dirty="0">
                <a:latin typeface="Arial" panose="020B0604020202020204" pitchFamily="34" charset="0"/>
                <a:cs typeface="Arial" panose="020B0604020202020204" pitchFamily="34" charset="0"/>
              </a:rPr>
              <a:t>                │</a:t>
            </a:r>
          </a:p>
          <a:p>
            <a:pPr algn="ctr"/>
            <a:r>
              <a:rPr lang="en-IN" sz="2000" dirty="0">
                <a:latin typeface="Arial" panose="020B0604020202020204" pitchFamily="34" charset="0"/>
                <a:cs typeface="Arial" panose="020B0604020202020204" pitchFamily="34" charset="0"/>
              </a:rPr>
              <a:t>          Career Analysis</a:t>
            </a:r>
          </a:p>
          <a:p>
            <a:pPr algn="ctr"/>
            <a:r>
              <a:rPr lang="en-IN" sz="2000" dirty="0">
                <a:latin typeface="Arial" panose="020B0604020202020204" pitchFamily="34" charset="0"/>
                <a:cs typeface="Arial" panose="020B0604020202020204" pitchFamily="34" charset="0"/>
              </a:rPr>
              <a:t>                │</a:t>
            </a:r>
          </a:p>
          <a:p>
            <a:pPr algn="ctr"/>
            <a:r>
              <a:rPr lang="en-IN" sz="2000" dirty="0">
                <a:latin typeface="Arial" panose="020B0604020202020204" pitchFamily="34" charset="0"/>
                <a:cs typeface="Arial" panose="020B0604020202020204" pitchFamily="34" charset="0"/>
              </a:rPr>
              <a:t>                ┌────┬────┬────┬────┐</a:t>
            </a:r>
          </a:p>
          <a:p>
            <a:pPr algn="ctr"/>
            <a:r>
              <a:rPr lang="en-IN" sz="2000" dirty="0">
                <a:latin typeface="Arial" panose="020B0604020202020204" pitchFamily="34" charset="0"/>
                <a:cs typeface="Arial" panose="020B0604020202020204" pitchFamily="34" charset="0"/>
              </a:rPr>
              <a:t>            Roadmap Skills Resume Resources</a:t>
            </a:r>
          </a:p>
        </p:txBody>
      </p:sp>
    </p:spTree>
    <p:extLst>
      <p:ext uri="{BB962C8B-B14F-4D97-AF65-F5344CB8AC3E}">
        <p14:creationId xmlns:p14="http://schemas.microsoft.com/office/powerpoint/2010/main" val="34440609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707B111-C612-73C2-5770-55C888E2C810}"/>
              </a:ext>
            </a:extLst>
          </p:cNvPr>
          <p:cNvSpPr txBox="1"/>
          <p:nvPr/>
        </p:nvSpPr>
        <p:spPr>
          <a:xfrm>
            <a:off x="157316" y="127819"/>
            <a:ext cx="11621729" cy="954107"/>
          </a:xfrm>
          <a:prstGeom prst="rect">
            <a:avLst/>
          </a:prstGeom>
          <a:noFill/>
        </p:spPr>
        <p:txBody>
          <a:bodyPr wrap="square" rtlCol="0">
            <a:spAutoFit/>
          </a:bodyPr>
          <a:lstStyle/>
          <a:p>
            <a:endParaRPr lang="en-US" sz="2800" b="1" dirty="0">
              <a:latin typeface="Arial" panose="020B0604020202020204" pitchFamily="34" charset="0"/>
              <a:cs typeface="Arial" panose="020B0604020202020204" pitchFamily="34" charset="0"/>
            </a:endParaRPr>
          </a:p>
          <a:p>
            <a:endParaRPr lang="en-IN" sz="2800" b="1"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315AE8BA-C283-7193-81CD-8521743950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472877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9331BD-9F3D-E1F3-C03A-A74C7A2878AD}"/>
              </a:ext>
            </a:extLst>
          </p:cNvPr>
          <p:cNvSpPr txBox="1"/>
          <p:nvPr/>
        </p:nvSpPr>
        <p:spPr>
          <a:xfrm>
            <a:off x="216310" y="176981"/>
            <a:ext cx="11611896" cy="523220"/>
          </a:xfrm>
          <a:prstGeom prst="rect">
            <a:avLst/>
          </a:prstGeom>
          <a:noFill/>
        </p:spPr>
        <p:txBody>
          <a:bodyPr wrap="square" rtlCol="0">
            <a:spAutoFit/>
          </a:bodyPr>
          <a:lstStyle/>
          <a:p>
            <a:r>
              <a:rPr lang="en-US" sz="2800" b="1" dirty="0">
                <a:latin typeface="Arial" panose="020B0604020202020204" pitchFamily="34" charset="0"/>
                <a:cs typeface="Arial" panose="020B0604020202020204" pitchFamily="34" charset="0"/>
              </a:rPr>
              <a:t> PROMPT DESIGN AND TESTING IMAGES:</a:t>
            </a:r>
            <a:endParaRPr lang="en-IN" dirty="0"/>
          </a:p>
        </p:txBody>
      </p:sp>
      <p:pic>
        <p:nvPicPr>
          <p:cNvPr id="4" name="Picture 3">
            <a:extLst>
              <a:ext uri="{FF2B5EF4-FFF2-40B4-BE49-F238E27FC236}">
                <a16:creationId xmlns:a16="http://schemas.microsoft.com/office/drawing/2014/main" id="{CD52E732-B44D-B85B-FCCB-D3D3D8EEB6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700201"/>
            <a:ext cx="11395587" cy="5297476"/>
          </a:xfrm>
          <a:prstGeom prst="rect">
            <a:avLst/>
          </a:prstGeom>
        </p:spPr>
      </p:pic>
      <p:sp>
        <p:nvSpPr>
          <p:cNvPr id="5" name="TextBox 4">
            <a:extLst>
              <a:ext uri="{FF2B5EF4-FFF2-40B4-BE49-F238E27FC236}">
                <a16:creationId xmlns:a16="http://schemas.microsoft.com/office/drawing/2014/main" id="{33340D7C-5591-A5EB-3F8D-2F854B01A71F}"/>
              </a:ext>
            </a:extLst>
          </p:cNvPr>
          <p:cNvSpPr txBox="1"/>
          <p:nvPr/>
        </p:nvSpPr>
        <p:spPr>
          <a:xfrm>
            <a:off x="216310" y="6206960"/>
            <a:ext cx="9910916" cy="369332"/>
          </a:xfrm>
          <a:prstGeom prst="rect">
            <a:avLst/>
          </a:prstGeom>
          <a:noFill/>
        </p:spPr>
        <p:txBody>
          <a:bodyPr wrap="square" rtlCol="0">
            <a:spAutoFit/>
          </a:bodyPr>
          <a:lstStyle/>
          <a:p>
            <a:r>
              <a:rPr lang="en-US" dirty="0"/>
              <a:t>Prompt testing and design using </a:t>
            </a:r>
            <a:r>
              <a:rPr lang="en-US" dirty="0" err="1"/>
              <a:t>Watson.ai.studio</a:t>
            </a:r>
            <a:r>
              <a:rPr lang="en-US" dirty="0"/>
              <a:t> and Granite LLM.</a:t>
            </a:r>
            <a:endParaRPr lang="en-IN" dirty="0"/>
          </a:p>
        </p:txBody>
      </p:sp>
    </p:spTree>
    <p:extLst>
      <p:ext uri="{BB962C8B-B14F-4D97-AF65-F5344CB8AC3E}">
        <p14:creationId xmlns:p14="http://schemas.microsoft.com/office/powerpoint/2010/main" val="14487898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0A959B2-9E20-5ABA-DA42-7DE6A1688955}"/>
              </a:ext>
            </a:extLst>
          </p:cNvPr>
          <p:cNvSpPr txBox="1"/>
          <p:nvPr/>
        </p:nvSpPr>
        <p:spPr>
          <a:xfrm>
            <a:off x="133199" y="4984956"/>
            <a:ext cx="11543071"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Interacting and testing with questions</a:t>
            </a:r>
            <a:r>
              <a:rPr lang="en-US" dirty="0"/>
              <a:t>.</a:t>
            </a:r>
            <a:endParaRPr lang="en-IN" dirty="0"/>
          </a:p>
        </p:txBody>
      </p:sp>
      <p:pic>
        <p:nvPicPr>
          <p:cNvPr id="9" name="Picture 8">
            <a:extLst>
              <a:ext uri="{FF2B5EF4-FFF2-40B4-BE49-F238E27FC236}">
                <a16:creationId xmlns:a16="http://schemas.microsoft.com/office/drawing/2014/main" id="{C93887DC-4B4D-4BA2-40EF-1CB34F7308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62" y="0"/>
            <a:ext cx="8339582" cy="3923071"/>
          </a:xfrm>
          <a:prstGeom prst="rect">
            <a:avLst/>
          </a:prstGeom>
        </p:spPr>
      </p:pic>
      <p:pic>
        <p:nvPicPr>
          <p:cNvPr id="11" name="Picture 10">
            <a:extLst>
              <a:ext uri="{FF2B5EF4-FFF2-40B4-BE49-F238E27FC236}">
                <a16:creationId xmlns:a16="http://schemas.microsoft.com/office/drawing/2014/main" id="{BC49D381-5844-53BC-A089-0FF035EC86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2039" y="2900516"/>
            <a:ext cx="7536762" cy="3785421"/>
          </a:xfrm>
          <a:prstGeom prst="rect">
            <a:avLst/>
          </a:prstGeom>
        </p:spPr>
      </p:pic>
    </p:spTree>
    <p:extLst>
      <p:ext uri="{BB962C8B-B14F-4D97-AF65-F5344CB8AC3E}">
        <p14:creationId xmlns:p14="http://schemas.microsoft.com/office/powerpoint/2010/main" val="11712548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25BE6D5-5E17-8032-CA9B-DE43380948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5812186"/>
          </a:xfrm>
          <a:prstGeom prst="rect">
            <a:avLst/>
          </a:prstGeom>
        </p:spPr>
      </p:pic>
      <p:sp>
        <p:nvSpPr>
          <p:cNvPr id="6" name="TextBox 5">
            <a:extLst>
              <a:ext uri="{FF2B5EF4-FFF2-40B4-BE49-F238E27FC236}">
                <a16:creationId xmlns:a16="http://schemas.microsoft.com/office/drawing/2014/main" id="{4F958392-A3C4-7B48-6E94-B70D7E96F320}"/>
              </a:ext>
            </a:extLst>
          </p:cNvPr>
          <p:cNvSpPr txBox="1"/>
          <p:nvPr/>
        </p:nvSpPr>
        <p:spPr>
          <a:xfrm>
            <a:off x="127819" y="5812186"/>
            <a:ext cx="11582400"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Designing and creating Agent using </a:t>
            </a:r>
            <a:r>
              <a:rPr lang="en-US" sz="2000" dirty="0" err="1">
                <a:latin typeface="Arial" panose="020B0604020202020204" pitchFamily="34" charset="0"/>
                <a:cs typeface="Arial" panose="020B0604020202020204" pitchFamily="34" charset="0"/>
              </a:rPr>
              <a:t>Watsonx</a:t>
            </a:r>
            <a:r>
              <a:rPr lang="en-US" sz="2000" dirty="0">
                <a:latin typeface="Arial" panose="020B0604020202020204" pitchFamily="34" charset="0"/>
                <a:cs typeface="Arial" panose="020B0604020202020204" pitchFamily="34" charset="0"/>
              </a:rPr>
              <a:t> Orchestrate </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760161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E7DD89E-98A1-08D8-1298-46D7D7D479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9498"/>
            <a:ext cx="8811862" cy="6056670"/>
          </a:xfrm>
          <a:prstGeom prst="rect">
            <a:avLst/>
          </a:prstGeom>
        </p:spPr>
      </p:pic>
      <p:sp>
        <p:nvSpPr>
          <p:cNvPr id="4" name="TextBox 3">
            <a:extLst>
              <a:ext uri="{FF2B5EF4-FFF2-40B4-BE49-F238E27FC236}">
                <a16:creationId xmlns:a16="http://schemas.microsoft.com/office/drawing/2014/main" id="{F4FF04B3-D9EE-86D5-FDD0-68DA757ECB8B}"/>
              </a:ext>
            </a:extLst>
          </p:cNvPr>
          <p:cNvSpPr txBox="1"/>
          <p:nvPr/>
        </p:nvSpPr>
        <p:spPr>
          <a:xfrm>
            <a:off x="137652" y="6390968"/>
            <a:ext cx="10314039" cy="677108"/>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Inserting some </a:t>
            </a:r>
            <a:r>
              <a:rPr lang="en-US" sz="2000" dirty="0" err="1">
                <a:latin typeface="Arial" panose="020B0604020202020204" pitchFamily="34" charset="0"/>
                <a:cs typeface="Arial" panose="020B0604020202020204" pitchFamily="34" charset="0"/>
              </a:rPr>
              <a:t>Quickstart</a:t>
            </a:r>
            <a:r>
              <a:rPr lang="en-US" sz="2000" dirty="0">
                <a:latin typeface="Arial" panose="020B0604020202020204" pitchFamily="34" charset="0"/>
                <a:cs typeface="Arial" panose="020B0604020202020204" pitchFamily="34" charset="0"/>
              </a:rPr>
              <a:t> prompts</a:t>
            </a:r>
          </a:p>
          <a:p>
            <a:endParaRPr lang="en-IN" dirty="0"/>
          </a:p>
        </p:txBody>
      </p:sp>
      <p:pic>
        <p:nvPicPr>
          <p:cNvPr id="6" name="Picture 5">
            <a:extLst>
              <a:ext uri="{FF2B5EF4-FFF2-40B4-BE49-F238E27FC236}">
                <a16:creationId xmlns:a16="http://schemas.microsoft.com/office/drawing/2014/main" id="{647356A9-13C5-4525-42B6-5585D38C2B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148347"/>
            <a:ext cx="6041419" cy="4680155"/>
          </a:xfrm>
          <a:prstGeom prst="rect">
            <a:avLst/>
          </a:prstGeom>
        </p:spPr>
      </p:pic>
    </p:spTree>
    <p:extLst>
      <p:ext uri="{BB962C8B-B14F-4D97-AF65-F5344CB8AC3E}">
        <p14:creationId xmlns:p14="http://schemas.microsoft.com/office/powerpoint/2010/main" val="14765983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49E4B27-5483-EBE3-DAEB-A738E8F294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9609"/>
            <a:ext cx="11550730" cy="5543438"/>
          </a:xfrm>
          <a:prstGeom prst="rect">
            <a:avLst/>
          </a:prstGeom>
        </p:spPr>
      </p:pic>
      <p:sp>
        <p:nvSpPr>
          <p:cNvPr id="10" name="TextBox 9">
            <a:extLst>
              <a:ext uri="{FF2B5EF4-FFF2-40B4-BE49-F238E27FC236}">
                <a16:creationId xmlns:a16="http://schemas.microsoft.com/office/drawing/2014/main" id="{9FBF44FB-A9FC-1412-1322-59977E5B5496}"/>
              </a:ext>
            </a:extLst>
          </p:cNvPr>
          <p:cNvSpPr txBox="1"/>
          <p:nvPr/>
        </p:nvSpPr>
        <p:spPr>
          <a:xfrm>
            <a:off x="137652" y="139609"/>
            <a:ext cx="11523406" cy="599768"/>
          </a:xfrm>
          <a:prstGeom prst="rect">
            <a:avLst/>
          </a:prstGeom>
          <a:noFill/>
        </p:spPr>
        <p:txBody>
          <a:bodyPr wrap="square" rtlCol="0">
            <a:spAutoFit/>
          </a:bodyPr>
          <a:lstStyle/>
          <a:p>
            <a:endParaRPr lang="en-IN" dirty="0"/>
          </a:p>
        </p:txBody>
      </p:sp>
      <p:sp>
        <p:nvSpPr>
          <p:cNvPr id="13" name="TextBox 12">
            <a:extLst>
              <a:ext uri="{FF2B5EF4-FFF2-40B4-BE49-F238E27FC236}">
                <a16:creationId xmlns:a16="http://schemas.microsoft.com/office/drawing/2014/main" id="{62F1FE2C-5B5D-B48C-3B9C-1BA58CF54D0C}"/>
              </a:ext>
            </a:extLst>
          </p:cNvPr>
          <p:cNvSpPr txBox="1"/>
          <p:nvPr/>
        </p:nvSpPr>
        <p:spPr>
          <a:xfrm>
            <a:off x="137652" y="5850194"/>
            <a:ext cx="11550730"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Assigning </a:t>
            </a:r>
            <a:r>
              <a:rPr lang="en-US" sz="2000" dirty="0" err="1">
                <a:latin typeface="Arial" panose="020B0604020202020204" pitchFamily="34" charset="0"/>
                <a:cs typeface="Arial" panose="020B0604020202020204" pitchFamily="34" charset="0"/>
              </a:rPr>
              <a:t>Behaviour</a:t>
            </a:r>
            <a:r>
              <a:rPr lang="en-US" sz="2000" dirty="0">
                <a:latin typeface="Arial" panose="020B0604020202020204" pitchFamily="34" charset="0"/>
                <a:cs typeface="Arial" panose="020B0604020202020204" pitchFamily="34" charset="0"/>
              </a:rPr>
              <a:t> limitations and instructions to the agent</a:t>
            </a:r>
            <a:r>
              <a:rPr lang="en-US" dirty="0"/>
              <a:t>.</a:t>
            </a:r>
            <a:endParaRPr lang="en-IN" dirty="0"/>
          </a:p>
        </p:txBody>
      </p:sp>
    </p:spTree>
    <p:extLst>
      <p:ext uri="{BB962C8B-B14F-4D97-AF65-F5344CB8AC3E}">
        <p14:creationId xmlns:p14="http://schemas.microsoft.com/office/powerpoint/2010/main" val="3136820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C7A44E6-7485-0F6F-BD0C-15894D0C6D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56390" cy="3429000"/>
          </a:xfrm>
          <a:prstGeom prst="rect">
            <a:avLst/>
          </a:prstGeom>
        </p:spPr>
      </p:pic>
      <p:pic>
        <p:nvPicPr>
          <p:cNvPr id="5" name="Picture 4">
            <a:extLst>
              <a:ext uri="{FF2B5EF4-FFF2-40B4-BE49-F238E27FC236}">
                <a16:creationId xmlns:a16="http://schemas.microsoft.com/office/drawing/2014/main" id="{279C6B3E-E44D-9F56-B58F-387D0B26EE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54195" y="1616948"/>
            <a:ext cx="7157701" cy="3395044"/>
          </a:xfrm>
          <a:prstGeom prst="rect">
            <a:avLst/>
          </a:prstGeom>
        </p:spPr>
      </p:pic>
      <p:sp>
        <p:nvSpPr>
          <p:cNvPr id="8" name="TextBox 7">
            <a:extLst>
              <a:ext uri="{FF2B5EF4-FFF2-40B4-BE49-F238E27FC236}">
                <a16:creationId xmlns:a16="http://schemas.microsoft.com/office/drawing/2014/main" id="{C4A74B23-8D47-AB03-9CDC-12ABE6644001}"/>
              </a:ext>
            </a:extLst>
          </p:cNvPr>
          <p:cNvSpPr txBox="1"/>
          <p:nvPr/>
        </p:nvSpPr>
        <p:spPr>
          <a:xfrm>
            <a:off x="334296" y="5427406"/>
            <a:ext cx="10776155" cy="707886"/>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Clear and concise instructions help in conveying message and instructions clearly.</a:t>
            </a:r>
          </a:p>
          <a:p>
            <a:r>
              <a:rPr lang="en-US" sz="2000" dirty="0">
                <a:latin typeface="Arial" panose="020B0604020202020204" pitchFamily="34" charset="0"/>
                <a:cs typeface="Arial" panose="020B0604020202020204" pitchFamily="34" charset="0"/>
              </a:rPr>
              <a:t>Structured instructions make analysis easier.</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026159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84C2BA8-F1B2-1E1E-B008-7950B62066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0782" y="0"/>
            <a:ext cx="9951218" cy="5797761"/>
          </a:xfrm>
          <a:prstGeom prst="rect">
            <a:avLst/>
          </a:prstGeom>
        </p:spPr>
      </p:pic>
      <p:pic>
        <p:nvPicPr>
          <p:cNvPr id="3" name="Picture 2">
            <a:extLst>
              <a:ext uri="{FF2B5EF4-FFF2-40B4-BE49-F238E27FC236}">
                <a16:creationId xmlns:a16="http://schemas.microsoft.com/office/drawing/2014/main" id="{0138863D-FB5F-1B2E-FCA0-0C7E24F53FC3}"/>
              </a:ext>
            </a:extLst>
          </p:cNvPr>
          <p:cNvPicPr>
            <a:picLocks noChangeAspect="1"/>
          </p:cNvPicPr>
          <p:nvPr/>
        </p:nvPicPr>
        <p:blipFill>
          <a:blip r:embed="rId3">
            <a:extLst>
              <a:ext uri="{28A0092B-C50C-407E-A947-70E740481C1C}">
                <a14:useLocalDpi xmlns:a14="http://schemas.microsoft.com/office/drawing/2010/main" val="0"/>
              </a:ext>
            </a:extLst>
          </a:blip>
          <a:srcRect l="56325" r="-56325"/>
          <a:stretch>
            <a:fillRect/>
          </a:stretch>
        </p:blipFill>
        <p:spPr>
          <a:xfrm>
            <a:off x="0" y="311499"/>
            <a:ext cx="12192000" cy="5785224"/>
          </a:xfrm>
          <a:prstGeom prst="rect">
            <a:avLst/>
          </a:prstGeom>
        </p:spPr>
      </p:pic>
      <p:sp>
        <p:nvSpPr>
          <p:cNvPr id="9" name="TextBox 8">
            <a:extLst>
              <a:ext uri="{FF2B5EF4-FFF2-40B4-BE49-F238E27FC236}">
                <a16:creationId xmlns:a16="http://schemas.microsoft.com/office/drawing/2014/main" id="{F8D6A575-86FE-9DF1-EFCA-5DC749CE308D}"/>
              </a:ext>
            </a:extLst>
          </p:cNvPr>
          <p:cNvSpPr txBox="1"/>
          <p:nvPr/>
        </p:nvSpPr>
        <p:spPr>
          <a:xfrm>
            <a:off x="235974" y="6184490"/>
            <a:ext cx="10245213" cy="677108"/>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Working and output by the Agent</a:t>
            </a:r>
            <a:r>
              <a:rPr lang="en-US" dirty="0"/>
              <a:t>.</a:t>
            </a:r>
          </a:p>
          <a:p>
            <a:endParaRPr lang="en-IN" dirty="0"/>
          </a:p>
        </p:txBody>
      </p:sp>
    </p:spTree>
    <p:extLst>
      <p:ext uri="{BB962C8B-B14F-4D97-AF65-F5344CB8AC3E}">
        <p14:creationId xmlns:p14="http://schemas.microsoft.com/office/powerpoint/2010/main" val="1679145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92BE6B-82C1-A50A-4ADD-EFD77CB90A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384026" cy="3505597"/>
          </a:xfrm>
          <a:prstGeom prst="rect">
            <a:avLst/>
          </a:prstGeom>
        </p:spPr>
      </p:pic>
      <p:pic>
        <p:nvPicPr>
          <p:cNvPr id="5" name="Picture 4">
            <a:extLst>
              <a:ext uri="{FF2B5EF4-FFF2-40B4-BE49-F238E27FC236}">
                <a16:creationId xmlns:a16="http://schemas.microsoft.com/office/drawing/2014/main" id="{EEBDD353-39A0-4E1D-701C-A0B037B0601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29665" y="3093229"/>
            <a:ext cx="7962335" cy="3764771"/>
          </a:xfrm>
          <a:prstGeom prst="rect">
            <a:avLst/>
          </a:prstGeom>
        </p:spPr>
      </p:pic>
      <p:sp>
        <p:nvSpPr>
          <p:cNvPr id="6" name="TextBox 5">
            <a:extLst>
              <a:ext uri="{FF2B5EF4-FFF2-40B4-BE49-F238E27FC236}">
                <a16:creationId xmlns:a16="http://schemas.microsoft.com/office/drawing/2014/main" id="{0AF16621-5B16-D4E8-83A5-08DE9F8FDE1C}"/>
              </a:ext>
            </a:extLst>
          </p:cNvPr>
          <p:cNvSpPr txBox="1"/>
          <p:nvPr/>
        </p:nvSpPr>
        <p:spPr>
          <a:xfrm>
            <a:off x="276201" y="4790948"/>
            <a:ext cx="3677264" cy="707886"/>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Conducting and Evaluating Tests</a:t>
            </a:r>
            <a:endParaRPr lang="en-IN" sz="2000"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BDE5A242-1E70-98DC-7E80-2A50B946362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84026" y="0"/>
            <a:ext cx="4807974" cy="3093229"/>
          </a:xfrm>
          <a:prstGeom prst="rect">
            <a:avLst/>
          </a:prstGeom>
        </p:spPr>
      </p:pic>
    </p:spTree>
    <p:extLst>
      <p:ext uri="{BB962C8B-B14F-4D97-AF65-F5344CB8AC3E}">
        <p14:creationId xmlns:p14="http://schemas.microsoft.com/office/powerpoint/2010/main" val="27703145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96B2BC-373C-6C87-B2E8-87920A4F149D}"/>
              </a:ext>
            </a:extLst>
          </p:cNvPr>
          <p:cNvSpPr txBox="1"/>
          <p:nvPr/>
        </p:nvSpPr>
        <p:spPr>
          <a:xfrm>
            <a:off x="285135" y="186813"/>
            <a:ext cx="11582400" cy="6340197"/>
          </a:xfrm>
          <a:prstGeom prst="rect">
            <a:avLst/>
          </a:prstGeom>
          <a:noFill/>
        </p:spPr>
        <p:txBody>
          <a:bodyPr wrap="square" rtlCol="0">
            <a:spAutoFit/>
          </a:bodyPr>
          <a:lstStyle/>
          <a:p>
            <a:r>
              <a:rPr lang="en-IN" sz="2800" b="1" dirty="0">
                <a:latin typeface="Arial" panose="020B0604020202020204" pitchFamily="34" charset="0"/>
                <a:cs typeface="Arial" panose="020B0604020202020204" pitchFamily="34" charset="0"/>
              </a:rPr>
              <a:t>Role of Agentic AI:</a:t>
            </a:r>
          </a:p>
          <a:p>
            <a:pPr marL="342900" indent="-342900">
              <a:buFont typeface="Arial" panose="020B0604020202020204" pitchFamily="34" charset="0"/>
              <a:buChar char="•"/>
            </a:pPr>
            <a:r>
              <a:rPr lang="en-IN" sz="2000" dirty="0" err="1">
                <a:latin typeface="Arial" panose="020B0604020202020204" pitchFamily="34" charset="0"/>
                <a:cs typeface="Arial" panose="020B0604020202020204" pitchFamily="34" charset="0"/>
              </a:rPr>
              <a:t>CareerCraft</a:t>
            </a:r>
            <a:r>
              <a:rPr lang="en-IN" sz="2000" dirty="0">
                <a:latin typeface="Arial" panose="020B0604020202020204" pitchFamily="34" charset="0"/>
                <a:cs typeface="Arial" panose="020B0604020202020204" pitchFamily="34" charset="0"/>
              </a:rPr>
              <a:t> AI leverages </a:t>
            </a:r>
            <a:r>
              <a:rPr lang="en-IN" sz="2000" b="1" dirty="0">
                <a:latin typeface="Arial" panose="020B0604020202020204" pitchFamily="34" charset="0"/>
                <a:cs typeface="Arial" panose="020B0604020202020204" pitchFamily="34" charset="0"/>
              </a:rPr>
              <a:t>Agentic AI</a:t>
            </a:r>
            <a:r>
              <a:rPr lang="en-IN" sz="2000" dirty="0">
                <a:latin typeface="Arial" panose="020B0604020202020204" pitchFamily="34" charset="0"/>
                <a:cs typeface="Arial" panose="020B0604020202020204" pitchFamily="34" charset="0"/>
              </a:rPr>
              <a:t> to deliver an interactive and personalized career mentoring experience rather than functioning as a traditional rule-based chatbot.</a:t>
            </a:r>
          </a:p>
          <a:p>
            <a:pPr marL="34290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The AI agent engages users through a structured conversation, collecting essential information such as career goals, educational background, existing skills, daily study availability, and preferred learning style. Instead of providing generic responses, it </a:t>
            </a:r>
            <a:r>
              <a:rPr lang="en-IN" sz="2000" dirty="0" err="1">
                <a:latin typeface="Arial" panose="020B0604020202020204" pitchFamily="34" charset="0"/>
                <a:cs typeface="Arial" panose="020B0604020202020204" pitchFamily="34" charset="0"/>
              </a:rPr>
              <a:t>analyzes</a:t>
            </a:r>
            <a:r>
              <a:rPr lang="en-IN" sz="2000" dirty="0">
                <a:latin typeface="Arial" panose="020B0604020202020204" pitchFamily="34" charset="0"/>
                <a:cs typeface="Arial" panose="020B0604020202020204" pitchFamily="34" charset="0"/>
              </a:rPr>
              <a:t> the user's profile and adapts its recommendations accordingly.</a:t>
            </a:r>
          </a:p>
          <a:p>
            <a:pPr marL="342900" indent="-342900">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Powered by </a:t>
            </a:r>
            <a:r>
              <a:rPr lang="en-IN" sz="2000" b="1" dirty="0">
                <a:latin typeface="Arial" panose="020B0604020202020204" pitchFamily="34" charset="0"/>
                <a:cs typeface="Arial" panose="020B0604020202020204" pitchFamily="34" charset="0"/>
              </a:rPr>
              <a:t>IBM Granite Foundation Models</a:t>
            </a:r>
            <a:r>
              <a:rPr lang="en-IN" sz="2000" dirty="0">
                <a:latin typeface="Arial" panose="020B0604020202020204" pitchFamily="34" charset="0"/>
                <a:cs typeface="Arial" panose="020B0604020202020204" pitchFamily="34" charset="0"/>
              </a:rPr>
              <a:t>, the agent </a:t>
            </a:r>
          </a:p>
          <a:p>
            <a:r>
              <a:rPr lang="en-IN" sz="2000" dirty="0">
                <a:latin typeface="Arial" panose="020B0604020202020204" pitchFamily="34" charset="0"/>
                <a:cs typeface="Arial" panose="020B0604020202020204" pitchFamily="34" charset="0"/>
              </a:rPr>
              <a:t>generates personalized learning roadmaps, identifies skill gaps,</a:t>
            </a:r>
          </a:p>
          <a:p>
            <a:r>
              <a:rPr lang="en-IN" sz="2000" dirty="0">
                <a:latin typeface="Arial" panose="020B0604020202020204" pitchFamily="34" charset="0"/>
                <a:cs typeface="Arial" panose="020B0604020202020204" pitchFamily="34" charset="0"/>
              </a:rPr>
              <a:t> </a:t>
            </a:r>
            <a:r>
              <a:rPr lang="en-IN" sz="2000" dirty="0" err="1">
                <a:latin typeface="Arial" panose="020B0604020202020204" pitchFamily="34" charset="0"/>
                <a:cs typeface="Arial" panose="020B0604020202020204" pitchFamily="34" charset="0"/>
              </a:rPr>
              <a:t>recommendsrelevant</a:t>
            </a:r>
            <a:r>
              <a:rPr lang="en-IN" sz="2000" dirty="0">
                <a:latin typeface="Arial" panose="020B0604020202020204" pitchFamily="34" charset="0"/>
                <a:cs typeface="Arial" panose="020B0604020202020204" pitchFamily="34" charset="0"/>
              </a:rPr>
              <a:t> certifications, projects, and learning resources, </a:t>
            </a:r>
          </a:p>
          <a:p>
            <a:r>
              <a:rPr lang="en-IN" sz="2000" dirty="0">
                <a:latin typeface="Arial" panose="020B0604020202020204" pitchFamily="34" charset="0"/>
                <a:cs typeface="Arial" panose="020B0604020202020204" pitchFamily="34" charset="0"/>
              </a:rPr>
              <a:t>and provides resume improvement and interview preparation </a:t>
            </a:r>
          </a:p>
          <a:p>
            <a:r>
              <a:rPr lang="en-IN" sz="2000" dirty="0">
                <a:latin typeface="Arial" panose="020B0604020202020204" pitchFamily="34" charset="0"/>
                <a:cs typeface="Arial" panose="020B0604020202020204" pitchFamily="34" charset="0"/>
              </a:rPr>
              <a:t>guidance.</a:t>
            </a:r>
          </a:p>
          <a:p>
            <a:endParaRPr lang="en-IN" sz="20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By combining </a:t>
            </a:r>
            <a:r>
              <a:rPr lang="en-IN" sz="2000" b="1" dirty="0">
                <a:latin typeface="Arial" panose="020B0604020202020204" pitchFamily="34" charset="0"/>
                <a:cs typeface="Arial" panose="020B0604020202020204" pitchFamily="34" charset="0"/>
              </a:rPr>
              <a:t>IBM watsonx.ai Studio</a:t>
            </a:r>
            <a:r>
              <a:rPr lang="en-IN" sz="2000" dirty="0">
                <a:latin typeface="Arial" panose="020B0604020202020204" pitchFamily="34" charset="0"/>
                <a:cs typeface="Arial" panose="020B0604020202020204" pitchFamily="34" charset="0"/>
              </a:rPr>
              <a:t> for prompt engineering,</a:t>
            </a:r>
          </a:p>
          <a:p>
            <a:r>
              <a:rPr lang="en-IN" sz="2000"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watsonx</a:t>
            </a:r>
            <a:r>
              <a:rPr lang="en-IN" sz="2000" b="1" dirty="0">
                <a:latin typeface="Arial" panose="020B0604020202020204" pitchFamily="34" charset="0"/>
                <a:cs typeface="Arial" panose="020B0604020202020204" pitchFamily="34" charset="0"/>
              </a:rPr>
              <a:t> Orchestrate</a:t>
            </a:r>
            <a:r>
              <a:rPr lang="en-IN" sz="2000" dirty="0">
                <a:latin typeface="Arial" panose="020B0604020202020204" pitchFamily="34" charset="0"/>
                <a:cs typeface="Arial" panose="020B0604020202020204" pitchFamily="34" charset="0"/>
              </a:rPr>
              <a:t> for intelligent conversational workflow,</a:t>
            </a:r>
          </a:p>
          <a:p>
            <a:r>
              <a:rPr lang="en-IN" sz="2000" dirty="0">
                <a:latin typeface="Arial" panose="020B0604020202020204" pitchFamily="34" charset="0"/>
                <a:cs typeface="Arial" panose="020B0604020202020204" pitchFamily="34" charset="0"/>
              </a:rPr>
              <a:t> and </a:t>
            </a:r>
            <a:r>
              <a:rPr lang="en-IN" sz="2000" b="1" dirty="0">
                <a:latin typeface="Arial" panose="020B0604020202020204" pitchFamily="34" charset="0"/>
                <a:cs typeface="Arial" panose="020B0604020202020204" pitchFamily="34" charset="0"/>
              </a:rPr>
              <a:t>IBM Bob</a:t>
            </a:r>
            <a:r>
              <a:rPr lang="en-IN" sz="2000" dirty="0">
                <a:latin typeface="Arial" panose="020B0604020202020204" pitchFamily="34" charset="0"/>
                <a:cs typeface="Arial" panose="020B0604020202020204" pitchFamily="34" charset="0"/>
              </a:rPr>
              <a:t> for application development, </a:t>
            </a:r>
            <a:r>
              <a:rPr lang="en-IN" sz="2000" dirty="0" err="1">
                <a:latin typeface="Arial" panose="020B0604020202020204" pitchFamily="34" charset="0"/>
                <a:cs typeface="Arial" panose="020B0604020202020204" pitchFamily="34" charset="0"/>
              </a:rPr>
              <a:t>CareerCraft</a:t>
            </a:r>
            <a:r>
              <a:rPr lang="en-IN" sz="2000" dirty="0">
                <a:latin typeface="Arial" panose="020B0604020202020204" pitchFamily="34" charset="0"/>
                <a:cs typeface="Arial" panose="020B0604020202020204" pitchFamily="34" charset="0"/>
              </a:rPr>
              <a:t> AI acts </a:t>
            </a:r>
          </a:p>
          <a:p>
            <a:r>
              <a:rPr lang="en-IN" sz="2000" dirty="0">
                <a:latin typeface="Arial" panose="020B0604020202020204" pitchFamily="34" charset="0"/>
                <a:cs typeface="Arial" panose="020B0604020202020204" pitchFamily="34" charset="0"/>
              </a:rPr>
              <a:t>as a proactive virtual career mentor, enabling students to make informed career decisions through context-aware, personalized guidance</a:t>
            </a:r>
            <a:r>
              <a:rPr lang="en-IN" dirty="0"/>
              <a:t>.</a:t>
            </a:r>
          </a:p>
          <a:p>
            <a:endParaRPr lang="en-IN" dirty="0"/>
          </a:p>
        </p:txBody>
      </p:sp>
      <p:pic>
        <p:nvPicPr>
          <p:cNvPr id="4" name="Picture 3">
            <a:extLst>
              <a:ext uri="{FF2B5EF4-FFF2-40B4-BE49-F238E27FC236}">
                <a16:creationId xmlns:a16="http://schemas.microsoft.com/office/drawing/2014/main" id="{0967C164-36FB-2CD2-4A21-289946161F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90270" y="2403393"/>
            <a:ext cx="3814917" cy="2847033"/>
          </a:xfrm>
          <a:prstGeom prst="rect">
            <a:avLst/>
          </a:prstGeom>
        </p:spPr>
      </p:pic>
    </p:spTree>
    <p:extLst>
      <p:ext uri="{BB962C8B-B14F-4D97-AF65-F5344CB8AC3E}">
        <p14:creationId xmlns:p14="http://schemas.microsoft.com/office/powerpoint/2010/main" val="26639067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C71D3F-469F-EEF8-3D5A-C60F5C2E46AD}"/>
              </a:ext>
            </a:extLst>
          </p:cNvPr>
          <p:cNvSpPr txBox="1"/>
          <p:nvPr/>
        </p:nvSpPr>
        <p:spPr>
          <a:xfrm>
            <a:off x="98322" y="98322"/>
            <a:ext cx="11474245" cy="523220"/>
          </a:xfrm>
          <a:prstGeom prst="rect">
            <a:avLst/>
          </a:prstGeom>
          <a:noFill/>
        </p:spPr>
        <p:txBody>
          <a:bodyPr wrap="square" rtlCol="0">
            <a:spAutoFit/>
          </a:bodyPr>
          <a:lstStyle/>
          <a:p>
            <a:r>
              <a:rPr lang="en-IN" sz="2800" dirty="0" err="1">
                <a:latin typeface="Arial" panose="020B0604020202020204" pitchFamily="34" charset="0"/>
                <a:cs typeface="Arial" panose="020B0604020202020204" pitchFamily="34" charset="0"/>
              </a:rPr>
              <a:t>CareerCraft_AI</a:t>
            </a:r>
            <a:r>
              <a:rPr lang="en-IN" sz="2800" dirty="0">
                <a:latin typeface="Arial" panose="020B0604020202020204" pitchFamily="34" charset="0"/>
                <a:cs typeface="Arial" panose="020B0604020202020204" pitchFamily="34" charset="0"/>
              </a:rPr>
              <a:t> Web Application by IBM BOB Images</a:t>
            </a:r>
            <a:r>
              <a:rPr lang="en-IN" dirty="0"/>
              <a:t>:</a:t>
            </a:r>
          </a:p>
        </p:txBody>
      </p:sp>
      <p:pic>
        <p:nvPicPr>
          <p:cNvPr id="4" name="Picture 3">
            <a:extLst>
              <a:ext uri="{FF2B5EF4-FFF2-40B4-BE49-F238E27FC236}">
                <a16:creationId xmlns:a16="http://schemas.microsoft.com/office/drawing/2014/main" id="{D4721413-AFD7-A61B-5F0E-C37B841C89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1542"/>
            <a:ext cx="12192000" cy="6236458"/>
          </a:xfrm>
          <a:prstGeom prst="rect">
            <a:avLst/>
          </a:prstGeom>
        </p:spPr>
      </p:pic>
    </p:spTree>
    <p:extLst>
      <p:ext uri="{BB962C8B-B14F-4D97-AF65-F5344CB8AC3E}">
        <p14:creationId xmlns:p14="http://schemas.microsoft.com/office/powerpoint/2010/main" val="5106028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3DE777E-E9F9-A006-AA95-021B43294B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5857021"/>
          </a:xfrm>
          <a:prstGeom prst="rect">
            <a:avLst/>
          </a:prstGeom>
        </p:spPr>
      </p:pic>
      <p:sp>
        <p:nvSpPr>
          <p:cNvPr id="4" name="TextBox 3">
            <a:extLst>
              <a:ext uri="{FF2B5EF4-FFF2-40B4-BE49-F238E27FC236}">
                <a16:creationId xmlns:a16="http://schemas.microsoft.com/office/drawing/2014/main" id="{E26F8D86-02B1-A8E1-10A9-5E7D331C9D9A}"/>
              </a:ext>
            </a:extLst>
          </p:cNvPr>
          <p:cNvSpPr txBox="1"/>
          <p:nvPr/>
        </p:nvSpPr>
        <p:spPr>
          <a:xfrm>
            <a:off x="167148" y="5987845"/>
            <a:ext cx="11179278" cy="400110"/>
          </a:xfrm>
          <a:prstGeom prst="rect">
            <a:avLst/>
          </a:prstGeom>
          <a:noFill/>
        </p:spPr>
        <p:txBody>
          <a:bodyPr wrap="square" rtlCol="0">
            <a:spAutoFit/>
          </a:bodyPr>
          <a:lstStyle/>
          <a:p>
            <a:r>
              <a:rPr lang="en-IN" sz="2000" dirty="0">
                <a:latin typeface="Arial" panose="020B0604020202020204" pitchFamily="34" charset="0"/>
                <a:cs typeface="Arial" panose="020B0604020202020204" pitchFamily="34" charset="0"/>
              </a:rPr>
              <a:t>Dashboard providing various options</a:t>
            </a:r>
          </a:p>
        </p:txBody>
      </p:sp>
    </p:spTree>
    <p:extLst>
      <p:ext uri="{BB962C8B-B14F-4D97-AF65-F5344CB8AC3E}">
        <p14:creationId xmlns:p14="http://schemas.microsoft.com/office/powerpoint/2010/main" val="22367682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C13C4BF-5AC7-D2E4-04C4-20FBC076E9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4719484"/>
          </a:xfrm>
          <a:prstGeom prst="rect">
            <a:avLst/>
          </a:prstGeom>
        </p:spPr>
      </p:pic>
      <p:pic>
        <p:nvPicPr>
          <p:cNvPr id="5" name="Picture 4">
            <a:extLst>
              <a:ext uri="{FF2B5EF4-FFF2-40B4-BE49-F238E27FC236}">
                <a16:creationId xmlns:a16="http://schemas.microsoft.com/office/drawing/2014/main" id="{70FF7EA9-CE5D-A3DA-C912-8D2D430A97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138516"/>
            <a:ext cx="12192000" cy="4719484"/>
          </a:xfrm>
          <a:prstGeom prst="rect">
            <a:avLst/>
          </a:prstGeom>
        </p:spPr>
      </p:pic>
    </p:spTree>
    <p:extLst>
      <p:ext uri="{BB962C8B-B14F-4D97-AF65-F5344CB8AC3E}">
        <p14:creationId xmlns:p14="http://schemas.microsoft.com/office/powerpoint/2010/main" val="20569887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AFB1572-D549-5BBA-6D1C-8CFE791633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7982971" cy="3775587"/>
          </a:xfrm>
          <a:prstGeom prst="rect">
            <a:avLst/>
          </a:prstGeom>
        </p:spPr>
      </p:pic>
      <p:pic>
        <p:nvPicPr>
          <p:cNvPr id="3" name="Picture 2">
            <a:extLst>
              <a:ext uri="{FF2B5EF4-FFF2-40B4-BE49-F238E27FC236}">
                <a16:creationId xmlns:a16="http://schemas.microsoft.com/office/drawing/2014/main" id="{503B087F-C056-426A-10D7-C8B528CE37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7333" y="2694038"/>
            <a:ext cx="8844667" cy="4163962"/>
          </a:xfrm>
          <a:prstGeom prst="rect">
            <a:avLst/>
          </a:prstGeom>
        </p:spPr>
      </p:pic>
      <p:sp>
        <p:nvSpPr>
          <p:cNvPr id="6" name="TextBox 5">
            <a:extLst>
              <a:ext uri="{FF2B5EF4-FFF2-40B4-BE49-F238E27FC236}">
                <a16:creationId xmlns:a16="http://schemas.microsoft.com/office/drawing/2014/main" id="{FBEE0D23-E1C4-80AF-9349-7038608A950B}"/>
              </a:ext>
            </a:extLst>
          </p:cNvPr>
          <p:cNvSpPr txBox="1"/>
          <p:nvPr/>
        </p:nvSpPr>
        <p:spPr>
          <a:xfrm>
            <a:off x="142017" y="4707210"/>
            <a:ext cx="3205316" cy="1015663"/>
          </a:xfrm>
          <a:prstGeom prst="rect">
            <a:avLst/>
          </a:prstGeom>
          <a:noFill/>
        </p:spPr>
        <p:txBody>
          <a:bodyPr wrap="square" rtlCol="0">
            <a:spAutoFit/>
          </a:bodyPr>
          <a:lstStyle/>
          <a:p>
            <a:r>
              <a:rPr lang="en-IN" sz="2000" dirty="0">
                <a:latin typeface="Arial" panose="020B0604020202020204" pitchFamily="34" charset="0"/>
                <a:cs typeface="Arial" panose="020B0604020202020204" pitchFamily="34" charset="0"/>
              </a:rPr>
              <a:t>Includes and provides various features like Skill Gap Analysis.</a:t>
            </a:r>
          </a:p>
        </p:txBody>
      </p:sp>
      <p:sp>
        <p:nvSpPr>
          <p:cNvPr id="7" name="TextBox 6">
            <a:extLst>
              <a:ext uri="{FF2B5EF4-FFF2-40B4-BE49-F238E27FC236}">
                <a16:creationId xmlns:a16="http://schemas.microsoft.com/office/drawing/2014/main" id="{EF084C1D-7EC5-0164-E0C4-31BFE59A09FD}"/>
              </a:ext>
            </a:extLst>
          </p:cNvPr>
          <p:cNvSpPr txBox="1"/>
          <p:nvPr/>
        </p:nvSpPr>
        <p:spPr>
          <a:xfrm>
            <a:off x="8514323" y="993076"/>
            <a:ext cx="3146323" cy="707886"/>
          </a:xfrm>
          <a:prstGeom prst="rect">
            <a:avLst/>
          </a:prstGeom>
          <a:noFill/>
        </p:spPr>
        <p:txBody>
          <a:bodyPr wrap="square" rtlCol="0">
            <a:spAutoFit/>
          </a:bodyPr>
          <a:lstStyle/>
          <a:p>
            <a:r>
              <a:rPr lang="en-IN" sz="2000" dirty="0">
                <a:latin typeface="Arial" panose="020B0604020202020204" pitchFamily="34" charset="0"/>
                <a:cs typeface="Arial" panose="020B0604020202020204" pitchFamily="34" charset="0"/>
              </a:rPr>
              <a:t>Another  feature of analysing Resume</a:t>
            </a:r>
          </a:p>
        </p:txBody>
      </p:sp>
    </p:spTree>
    <p:extLst>
      <p:ext uri="{BB962C8B-B14F-4D97-AF65-F5344CB8AC3E}">
        <p14:creationId xmlns:p14="http://schemas.microsoft.com/office/powerpoint/2010/main" val="8827247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411CA06-E929-00E2-4E5A-DACDBACE39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5506065"/>
          </a:xfrm>
          <a:prstGeom prst="rect">
            <a:avLst/>
          </a:prstGeom>
        </p:spPr>
      </p:pic>
      <p:sp>
        <p:nvSpPr>
          <p:cNvPr id="10" name="TextBox 9">
            <a:extLst>
              <a:ext uri="{FF2B5EF4-FFF2-40B4-BE49-F238E27FC236}">
                <a16:creationId xmlns:a16="http://schemas.microsoft.com/office/drawing/2014/main" id="{F7DABAE7-3937-3D7A-681D-CDA5693F1918}"/>
              </a:ext>
            </a:extLst>
          </p:cNvPr>
          <p:cNvSpPr txBox="1"/>
          <p:nvPr/>
        </p:nvSpPr>
        <p:spPr>
          <a:xfrm>
            <a:off x="226142" y="5673213"/>
            <a:ext cx="10894142" cy="400110"/>
          </a:xfrm>
          <a:prstGeom prst="rect">
            <a:avLst/>
          </a:prstGeom>
          <a:noFill/>
        </p:spPr>
        <p:txBody>
          <a:bodyPr wrap="square" rtlCol="0">
            <a:spAutoFit/>
          </a:bodyPr>
          <a:lstStyle/>
          <a:p>
            <a:r>
              <a:rPr lang="en-IN" sz="2000" dirty="0">
                <a:latin typeface="Arial" panose="020B0604020202020204" pitchFamily="34" charset="0"/>
                <a:cs typeface="Arial" panose="020B0604020202020204" pitchFamily="34" charset="0"/>
              </a:rPr>
              <a:t>A significant feature offered by </a:t>
            </a:r>
            <a:r>
              <a:rPr lang="en-IN" sz="2000" dirty="0" err="1">
                <a:latin typeface="Arial" panose="020B0604020202020204" pitchFamily="34" charset="0"/>
                <a:cs typeface="Arial" panose="020B0604020202020204" pitchFamily="34" charset="0"/>
              </a:rPr>
              <a:t>CareerCraft</a:t>
            </a:r>
            <a:r>
              <a:rPr lang="en-IN" sz="2000" dirty="0">
                <a:latin typeface="Arial" panose="020B0604020202020204" pitchFamily="34" charset="0"/>
                <a:cs typeface="Arial" panose="020B0604020202020204" pitchFamily="34" charset="0"/>
              </a:rPr>
              <a:t> AI is creating personalized career roadmaps.</a:t>
            </a:r>
          </a:p>
        </p:txBody>
      </p:sp>
    </p:spTree>
    <p:extLst>
      <p:ext uri="{BB962C8B-B14F-4D97-AF65-F5344CB8AC3E}">
        <p14:creationId xmlns:p14="http://schemas.microsoft.com/office/powerpoint/2010/main" val="9609848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4BFEAD4F-30C0-C3A5-391D-F78DB47BAE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5950472"/>
          </a:xfrm>
          <a:prstGeom prst="rect">
            <a:avLst/>
          </a:prstGeom>
        </p:spPr>
      </p:pic>
      <p:sp>
        <p:nvSpPr>
          <p:cNvPr id="16" name="TextBox 15">
            <a:extLst>
              <a:ext uri="{FF2B5EF4-FFF2-40B4-BE49-F238E27FC236}">
                <a16:creationId xmlns:a16="http://schemas.microsoft.com/office/drawing/2014/main" id="{78773D36-081B-ACC6-9098-DE2D8108A312}"/>
              </a:ext>
            </a:extLst>
          </p:cNvPr>
          <p:cNvSpPr txBox="1"/>
          <p:nvPr/>
        </p:nvSpPr>
        <p:spPr>
          <a:xfrm>
            <a:off x="108155" y="6096000"/>
            <a:ext cx="11877368" cy="400110"/>
          </a:xfrm>
          <a:prstGeom prst="rect">
            <a:avLst/>
          </a:prstGeom>
          <a:noFill/>
        </p:spPr>
        <p:txBody>
          <a:bodyPr wrap="square" rtlCol="0">
            <a:spAutoFit/>
          </a:bodyPr>
          <a:lstStyle/>
          <a:p>
            <a:r>
              <a:rPr lang="en-IN" sz="2000" dirty="0" err="1">
                <a:latin typeface="Arial" panose="020B0604020202020204" pitchFamily="34" charset="0"/>
                <a:cs typeface="Arial" panose="020B0604020202020204" pitchFamily="34" charset="0"/>
              </a:rPr>
              <a:t>CareerCraft</a:t>
            </a:r>
            <a:r>
              <a:rPr lang="en-IN" sz="2000" dirty="0">
                <a:latin typeface="Arial" panose="020B0604020202020204" pitchFamily="34" charset="0"/>
                <a:cs typeface="Arial" panose="020B0604020202020204" pitchFamily="34" charset="0"/>
              </a:rPr>
              <a:t> provides suitable and satisfactory answers to question asked by users</a:t>
            </a:r>
            <a:r>
              <a:rPr lang="en-IN" dirty="0"/>
              <a:t>.</a:t>
            </a:r>
          </a:p>
        </p:txBody>
      </p:sp>
    </p:spTree>
    <p:extLst>
      <p:ext uri="{BB962C8B-B14F-4D97-AF65-F5344CB8AC3E}">
        <p14:creationId xmlns:p14="http://schemas.microsoft.com/office/powerpoint/2010/main" val="21715079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DD77F3-A8CB-AC75-394B-13F03743D6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5874986"/>
          </a:xfrm>
          <a:prstGeom prst="rect">
            <a:avLst/>
          </a:prstGeom>
        </p:spPr>
      </p:pic>
      <p:sp>
        <p:nvSpPr>
          <p:cNvPr id="8" name="TextBox 7">
            <a:extLst>
              <a:ext uri="{FF2B5EF4-FFF2-40B4-BE49-F238E27FC236}">
                <a16:creationId xmlns:a16="http://schemas.microsoft.com/office/drawing/2014/main" id="{47FED7FD-E144-9B30-3B37-B1F084270736}"/>
              </a:ext>
            </a:extLst>
          </p:cNvPr>
          <p:cNvSpPr txBox="1"/>
          <p:nvPr/>
        </p:nvSpPr>
        <p:spPr>
          <a:xfrm>
            <a:off x="285135" y="6027174"/>
            <a:ext cx="10933471" cy="400110"/>
          </a:xfrm>
          <a:prstGeom prst="rect">
            <a:avLst/>
          </a:prstGeom>
          <a:noFill/>
        </p:spPr>
        <p:txBody>
          <a:bodyPr wrap="square" rtlCol="0">
            <a:spAutoFit/>
          </a:bodyPr>
          <a:lstStyle/>
          <a:p>
            <a:r>
              <a:rPr lang="en-IN" sz="2000" dirty="0" err="1">
                <a:latin typeface="Arial" panose="020B0604020202020204" pitchFamily="34" charset="0"/>
                <a:cs typeface="Arial" panose="020B0604020202020204" pitchFamily="34" charset="0"/>
              </a:rPr>
              <a:t>CareerCraft</a:t>
            </a:r>
            <a:r>
              <a:rPr lang="en-IN" sz="2000" dirty="0">
                <a:latin typeface="Arial" panose="020B0604020202020204" pitchFamily="34" charset="0"/>
                <a:cs typeface="Arial" panose="020B0604020202020204" pitchFamily="34" charset="0"/>
              </a:rPr>
              <a:t> AI </a:t>
            </a:r>
            <a:r>
              <a:rPr lang="en-IN" sz="2000" dirty="0" err="1">
                <a:latin typeface="Arial" panose="020B0604020202020204" pitchFamily="34" charset="0"/>
                <a:cs typeface="Arial" panose="020B0604020202020204" pitchFamily="34" charset="0"/>
              </a:rPr>
              <a:t>analyze</a:t>
            </a:r>
            <a:r>
              <a:rPr lang="en-IN" sz="2000" dirty="0">
                <a:latin typeface="Arial" panose="020B0604020202020204" pitchFamily="34" charset="0"/>
                <a:cs typeface="Arial" panose="020B0604020202020204" pitchFamily="34" charset="0"/>
              </a:rPr>
              <a:t> the user request and gives the required output</a:t>
            </a:r>
            <a:r>
              <a:rPr lang="en-IN" dirty="0"/>
              <a:t>.</a:t>
            </a:r>
          </a:p>
        </p:txBody>
      </p:sp>
    </p:spTree>
    <p:extLst>
      <p:ext uri="{BB962C8B-B14F-4D97-AF65-F5344CB8AC3E}">
        <p14:creationId xmlns:p14="http://schemas.microsoft.com/office/powerpoint/2010/main" val="42451227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253760-D8CC-3E56-EAA2-403361C4B6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5857654"/>
          </a:xfrm>
          <a:prstGeom prst="rect">
            <a:avLst/>
          </a:prstGeom>
        </p:spPr>
      </p:pic>
      <p:sp>
        <p:nvSpPr>
          <p:cNvPr id="4" name="TextBox 3">
            <a:extLst>
              <a:ext uri="{FF2B5EF4-FFF2-40B4-BE49-F238E27FC236}">
                <a16:creationId xmlns:a16="http://schemas.microsoft.com/office/drawing/2014/main" id="{EBC61BCB-35B2-6D8F-686F-8A313A0AEBC9}"/>
              </a:ext>
            </a:extLst>
          </p:cNvPr>
          <p:cNvSpPr txBox="1"/>
          <p:nvPr/>
        </p:nvSpPr>
        <p:spPr>
          <a:xfrm>
            <a:off x="147484" y="6046839"/>
            <a:ext cx="11228439" cy="707886"/>
          </a:xfrm>
          <a:prstGeom prst="rect">
            <a:avLst/>
          </a:prstGeom>
          <a:noFill/>
        </p:spPr>
        <p:txBody>
          <a:bodyPr wrap="square" rtlCol="0">
            <a:spAutoFit/>
          </a:bodyPr>
          <a:lstStyle/>
          <a:p>
            <a:r>
              <a:rPr lang="en-IN" sz="2000" dirty="0" err="1">
                <a:latin typeface="Arial" panose="020B0604020202020204" pitchFamily="34" charset="0"/>
                <a:cs typeface="Arial" panose="020B0604020202020204" pitchFamily="34" charset="0"/>
              </a:rPr>
              <a:t>CareerCraft</a:t>
            </a:r>
            <a:r>
              <a:rPr lang="en-IN" sz="2000" dirty="0">
                <a:latin typeface="Arial" panose="020B0604020202020204" pitchFamily="34" charset="0"/>
                <a:cs typeface="Arial" panose="020B0604020202020204" pitchFamily="34" charset="0"/>
              </a:rPr>
              <a:t> provides required resources and solution for the problem or the request.</a:t>
            </a:r>
          </a:p>
          <a:p>
            <a:r>
              <a:rPr lang="en-IN" sz="2000" dirty="0">
                <a:latin typeface="Arial" panose="020B0604020202020204" pitchFamily="34" charset="0"/>
                <a:cs typeface="Arial" panose="020B0604020202020204" pitchFamily="34" charset="0"/>
              </a:rPr>
              <a:t>Also we can see the ai generated quick start prompt/questions in the bottom.</a:t>
            </a:r>
          </a:p>
        </p:txBody>
      </p:sp>
    </p:spTree>
    <p:extLst>
      <p:ext uri="{BB962C8B-B14F-4D97-AF65-F5344CB8AC3E}">
        <p14:creationId xmlns:p14="http://schemas.microsoft.com/office/powerpoint/2010/main" val="8742178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2F9D0E-B304-993C-1C36-793AE3BF96C2}"/>
              </a:ext>
            </a:extLst>
          </p:cNvPr>
          <p:cNvSpPr txBox="1"/>
          <p:nvPr/>
        </p:nvSpPr>
        <p:spPr>
          <a:xfrm>
            <a:off x="132735" y="0"/>
            <a:ext cx="11788877" cy="6678751"/>
          </a:xfrm>
          <a:prstGeom prst="rect">
            <a:avLst/>
          </a:prstGeom>
          <a:noFill/>
        </p:spPr>
        <p:txBody>
          <a:bodyPr wrap="square" rtlCol="0">
            <a:spAutoFit/>
          </a:bodyPr>
          <a:lstStyle/>
          <a:p>
            <a:r>
              <a:rPr lang="en-IN" sz="2800" b="1" dirty="0">
                <a:latin typeface="Arial" panose="020B0604020202020204" pitchFamily="34" charset="0"/>
                <a:cs typeface="Arial" panose="020B0604020202020204" pitchFamily="34" charset="0"/>
              </a:rPr>
              <a:t>Novelty and Uniqueness:</a:t>
            </a:r>
          </a:p>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Agentic AI-Powered Career Mentoring</a:t>
            </a:r>
            <a:r>
              <a:rPr lang="en-IN" sz="2000" dirty="0">
                <a:latin typeface="Arial" panose="020B0604020202020204" pitchFamily="34" charset="0"/>
                <a:cs typeface="Arial" panose="020B0604020202020204" pitchFamily="34" charset="0"/>
              </a:rPr>
              <a:t> – Uses an intelligent AI agent to interact with users step-by-step, delivering personalized career guidance instead of static recommendations. </a:t>
            </a:r>
          </a:p>
          <a:p>
            <a:pPr marL="342900" indent="-342900">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Personalized Learning Roadmaps</a:t>
            </a:r>
            <a:r>
              <a:rPr lang="en-IN" sz="2000" dirty="0">
                <a:latin typeface="Arial" panose="020B0604020202020204" pitchFamily="34" charset="0"/>
                <a:cs typeface="Arial" panose="020B0604020202020204" pitchFamily="34" charset="0"/>
              </a:rPr>
              <a:t> – Generates customized learning paths based on career goals, education level, existing skills, study availability, and learning preferences.</a:t>
            </a:r>
          </a:p>
          <a:p>
            <a:pPr marL="342900" indent="-342900">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 </a:t>
            </a:r>
            <a:r>
              <a:rPr lang="en-IN" sz="2000" b="1" dirty="0">
                <a:latin typeface="Arial" panose="020B0604020202020204" pitchFamily="34" charset="0"/>
                <a:cs typeface="Arial" panose="020B0604020202020204" pitchFamily="34" charset="0"/>
              </a:rPr>
              <a:t>Comprehensive Career Assistance</a:t>
            </a:r>
            <a:r>
              <a:rPr lang="en-IN" sz="2000" dirty="0">
                <a:latin typeface="Arial" panose="020B0604020202020204" pitchFamily="34" charset="0"/>
                <a:cs typeface="Arial" panose="020B0604020202020204" pitchFamily="34" charset="0"/>
              </a:rPr>
              <a:t> – Integrates career recommendations, skill gap analysis, project suggestions, certifications, learning resources, resume guidance, and interview preparation into a single platform. </a:t>
            </a:r>
          </a:p>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Context-Aware Conversations</a:t>
            </a:r>
            <a:r>
              <a:rPr lang="en-IN" sz="2000" dirty="0">
                <a:latin typeface="Arial" panose="020B0604020202020204" pitchFamily="34" charset="0"/>
                <a:cs typeface="Arial" panose="020B0604020202020204" pitchFamily="34" charset="0"/>
              </a:rPr>
              <a:t> – Adapts responses dynamically using user-specific information, providing more relevant and meaningful guidance than traditional chatbots.</a:t>
            </a:r>
          </a:p>
          <a:p>
            <a:pPr marL="342900" indent="-342900">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 </a:t>
            </a:r>
            <a:r>
              <a:rPr lang="en-IN" sz="2000" b="1" dirty="0">
                <a:latin typeface="Arial" panose="020B0604020202020204" pitchFamily="34" charset="0"/>
                <a:cs typeface="Arial" panose="020B0604020202020204" pitchFamily="34" charset="0"/>
              </a:rPr>
              <a:t>IBM AI Ecosystem Integration</a:t>
            </a:r>
            <a:r>
              <a:rPr lang="en-IN" sz="2000" dirty="0">
                <a:latin typeface="Arial" panose="020B0604020202020204" pitchFamily="34" charset="0"/>
                <a:cs typeface="Arial" panose="020B0604020202020204" pitchFamily="34" charset="0"/>
              </a:rPr>
              <a:t> – Combines IBM watsonx.ai Studio, IBM Granite Foundation Models, </a:t>
            </a:r>
            <a:r>
              <a:rPr lang="en-IN" sz="2000" dirty="0" err="1">
                <a:latin typeface="Arial" panose="020B0604020202020204" pitchFamily="34" charset="0"/>
                <a:cs typeface="Arial" panose="020B0604020202020204" pitchFamily="34" charset="0"/>
              </a:rPr>
              <a:t>watsonx</a:t>
            </a:r>
            <a:r>
              <a:rPr lang="en-IN" sz="2000" dirty="0">
                <a:latin typeface="Arial" panose="020B0604020202020204" pitchFamily="34" charset="0"/>
                <a:cs typeface="Arial" panose="020B0604020202020204" pitchFamily="34" charset="0"/>
              </a:rPr>
              <a:t> Orchestrate, IBM Bob, and IBM Cloud Lite for prompt engineering, intelligent reasoning, agent orchestration, and application development. </a:t>
            </a:r>
          </a:p>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Modern AI-Powered Web Application</a:t>
            </a:r>
            <a:r>
              <a:rPr lang="en-IN" sz="2000" dirty="0">
                <a:latin typeface="Arial" panose="020B0604020202020204" pitchFamily="34" charset="0"/>
                <a:cs typeface="Arial" panose="020B0604020202020204" pitchFamily="34" charset="0"/>
              </a:rPr>
              <a:t> – Features an interactive and responsive web interface developed with IBM Bob and Flask, providing an engaging user experience.</a:t>
            </a:r>
          </a:p>
          <a:p>
            <a:pPr marL="342900" indent="-342900">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Scalable and Future-Ready Architecture</a:t>
            </a:r>
            <a:r>
              <a:rPr lang="en-IN" sz="2000" dirty="0">
                <a:latin typeface="Arial" panose="020B0604020202020204" pitchFamily="34" charset="0"/>
                <a:cs typeface="Arial" panose="020B0604020202020204" pitchFamily="34" charset="0"/>
              </a:rPr>
              <a:t> – Designed for future integration with RAG, job portals, LinkedIn, resume parsing, and real-time </a:t>
            </a:r>
            <a:r>
              <a:rPr lang="en-IN" sz="2000" dirty="0" err="1">
                <a:latin typeface="Arial" panose="020B0604020202020204" pitchFamily="34" charset="0"/>
                <a:cs typeface="Arial" panose="020B0604020202020204" pitchFamily="34" charset="0"/>
              </a:rPr>
              <a:t>labor</a:t>
            </a:r>
            <a:r>
              <a:rPr lang="en-IN" sz="2000" dirty="0">
                <a:latin typeface="Arial" panose="020B0604020202020204" pitchFamily="34" charset="0"/>
                <a:cs typeface="Arial" panose="020B0604020202020204" pitchFamily="34" charset="0"/>
              </a:rPr>
              <a:t> market insights.</a:t>
            </a:r>
          </a:p>
        </p:txBody>
      </p:sp>
    </p:spTree>
    <p:extLst>
      <p:ext uri="{BB962C8B-B14F-4D97-AF65-F5344CB8AC3E}">
        <p14:creationId xmlns:p14="http://schemas.microsoft.com/office/powerpoint/2010/main" val="11648158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8A3AB5-420C-D79E-7C06-820253E70E0A}"/>
              </a:ext>
            </a:extLst>
          </p:cNvPr>
          <p:cNvSpPr txBox="1"/>
          <p:nvPr/>
        </p:nvSpPr>
        <p:spPr>
          <a:xfrm>
            <a:off x="206476" y="78658"/>
            <a:ext cx="11602065" cy="4339650"/>
          </a:xfrm>
          <a:prstGeom prst="rect">
            <a:avLst/>
          </a:prstGeom>
          <a:noFill/>
        </p:spPr>
        <p:txBody>
          <a:bodyPr wrap="square" rtlCol="0">
            <a:spAutoFit/>
          </a:bodyPr>
          <a:lstStyle/>
          <a:p>
            <a:r>
              <a:rPr lang="en-IN" sz="2800" b="1" dirty="0">
                <a:latin typeface="Arial" panose="020B0604020202020204" pitchFamily="34" charset="0"/>
                <a:cs typeface="Arial" panose="020B0604020202020204" pitchFamily="34" charset="0"/>
              </a:rPr>
              <a:t>Future Scope:</a:t>
            </a:r>
          </a:p>
          <a:p>
            <a:endParaRPr lang="en-IN" sz="2800"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sz="2000" dirty="0">
                <a:latin typeface="Arial" panose="020B0604020202020204" pitchFamily="34" charset="0"/>
                <a:cs typeface="Arial" panose="020B0604020202020204" pitchFamily="34" charset="0"/>
              </a:rPr>
              <a:t>Resume parsing using AI.</a:t>
            </a:r>
          </a:p>
          <a:p>
            <a:pPr marL="285750" indent="-285750">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sz="2000" dirty="0">
                <a:latin typeface="Arial" panose="020B0604020202020204" pitchFamily="34" charset="0"/>
                <a:cs typeface="Arial" panose="020B0604020202020204" pitchFamily="34" charset="0"/>
              </a:rPr>
              <a:t>Integration with LinkedIn and job portals. </a:t>
            </a:r>
          </a:p>
          <a:p>
            <a:pPr marL="285750" indent="-285750">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sz="2000" dirty="0">
                <a:latin typeface="Arial" panose="020B0604020202020204" pitchFamily="34" charset="0"/>
                <a:cs typeface="Arial" panose="020B0604020202020204" pitchFamily="34" charset="0"/>
              </a:rPr>
              <a:t>RAG-based real-time course recommendations.</a:t>
            </a:r>
          </a:p>
          <a:p>
            <a:pPr marL="285750" indent="-285750">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sz="2000" dirty="0">
                <a:latin typeface="Arial" panose="020B0604020202020204" pitchFamily="34" charset="0"/>
                <a:cs typeface="Arial" panose="020B0604020202020204" pitchFamily="34" charset="0"/>
              </a:rPr>
              <a:t>Live </a:t>
            </a:r>
            <a:r>
              <a:rPr lang="en-IN" sz="2000" dirty="0" err="1">
                <a:latin typeface="Arial" panose="020B0604020202020204" pitchFamily="34" charset="0"/>
                <a:cs typeface="Arial" panose="020B0604020202020204" pitchFamily="34" charset="0"/>
              </a:rPr>
              <a:t>labor</a:t>
            </a:r>
            <a:r>
              <a:rPr lang="en-IN" sz="2000" dirty="0">
                <a:latin typeface="Arial" panose="020B0604020202020204" pitchFamily="34" charset="0"/>
                <a:cs typeface="Arial" panose="020B0604020202020204" pitchFamily="34" charset="0"/>
              </a:rPr>
              <a:t> market trend analysis.</a:t>
            </a:r>
          </a:p>
          <a:p>
            <a:pPr marL="285750" indent="-285750">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sz="2000" dirty="0">
                <a:latin typeface="Arial" panose="020B0604020202020204" pitchFamily="34" charset="0"/>
                <a:cs typeface="Arial" panose="020B0604020202020204" pitchFamily="34" charset="0"/>
              </a:rPr>
              <a:t>Mobile application. </a:t>
            </a:r>
          </a:p>
          <a:p>
            <a:pPr marL="285750" indent="-285750">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sz="2000" dirty="0">
                <a:latin typeface="Arial" panose="020B0604020202020204" pitchFamily="34" charset="0"/>
                <a:cs typeface="Arial" panose="020B0604020202020204" pitchFamily="34" charset="0"/>
              </a:rPr>
              <a:t>Multilingual career mentor.</a:t>
            </a:r>
          </a:p>
        </p:txBody>
      </p:sp>
    </p:spTree>
    <p:extLst>
      <p:ext uri="{BB962C8B-B14F-4D97-AF65-F5344CB8AC3E}">
        <p14:creationId xmlns:p14="http://schemas.microsoft.com/office/powerpoint/2010/main" val="12303725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B2C4B6-82B3-9B97-638A-52C8D5F0C5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828811" cy="4695701"/>
          </a:xfrm>
          <a:prstGeom prst="rect">
            <a:avLst/>
          </a:prstGeom>
        </p:spPr>
      </p:pic>
      <p:pic>
        <p:nvPicPr>
          <p:cNvPr id="5" name="Picture 4">
            <a:extLst>
              <a:ext uri="{FF2B5EF4-FFF2-40B4-BE49-F238E27FC236}">
                <a16:creationId xmlns:a16="http://schemas.microsoft.com/office/drawing/2014/main" id="{9BF1BC71-4503-195C-A63F-562F296DC0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84266" y="2745195"/>
            <a:ext cx="9407734" cy="4112805"/>
          </a:xfrm>
          <a:prstGeom prst="rect">
            <a:avLst/>
          </a:prstGeom>
        </p:spPr>
      </p:pic>
      <p:sp>
        <p:nvSpPr>
          <p:cNvPr id="6" name="TextBox 5">
            <a:extLst>
              <a:ext uri="{FF2B5EF4-FFF2-40B4-BE49-F238E27FC236}">
                <a16:creationId xmlns:a16="http://schemas.microsoft.com/office/drawing/2014/main" id="{8DE5A75B-5335-A49C-7843-A7847737162E}"/>
              </a:ext>
            </a:extLst>
          </p:cNvPr>
          <p:cNvSpPr txBox="1"/>
          <p:nvPr/>
        </p:nvSpPr>
        <p:spPr>
          <a:xfrm>
            <a:off x="10061592" y="873750"/>
            <a:ext cx="1897626" cy="646331"/>
          </a:xfrm>
          <a:prstGeom prst="rect">
            <a:avLst/>
          </a:prstGeom>
          <a:noFill/>
        </p:spPr>
        <p:txBody>
          <a:bodyPr wrap="square" rtlCol="0">
            <a:spAutoFit/>
          </a:bodyPr>
          <a:lstStyle/>
          <a:p>
            <a:r>
              <a:rPr lang="en-IN" dirty="0"/>
              <a:t>Token usage before</a:t>
            </a:r>
          </a:p>
        </p:txBody>
      </p:sp>
      <p:sp>
        <p:nvSpPr>
          <p:cNvPr id="7" name="TextBox 6">
            <a:extLst>
              <a:ext uri="{FF2B5EF4-FFF2-40B4-BE49-F238E27FC236}">
                <a16:creationId xmlns:a16="http://schemas.microsoft.com/office/drawing/2014/main" id="{19196EAB-9CB1-86D8-121E-63F372057B67}"/>
              </a:ext>
            </a:extLst>
          </p:cNvPr>
          <p:cNvSpPr txBox="1"/>
          <p:nvPr/>
        </p:nvSpPr>
        <p:spPr>
          <a:xfrm>
            <a:off x="904568" y="5597649"/>
            <a:ext cx="3421626" cy="646331"/>
          </a:xfrm>
          <a:prstGeom prst="rect">
            <a:avLst/>
          </a:prstGeom>
          <a:noFill/>
        </p:spPr>
        <p:txBody>
          <a:bodyPr wrap="square" rtlCol="0">
            <a:spAutoFit/>
          </a:bodyPr>
          <a:lstStyle/>
          <a:p>
            <a:r>
              <a:rPr lang="en-IN" dirty="0"/>
              <a:t>Token usage after</a:t>
            </a:r>
          </a:p>
          <a:p>
            <a:endParaRPr lang="en-IN" dirty="0"/>
          </a:p>
        </p:txBody>
      </p:sp>
    </p:spTree>
    <p:extLst>
      <p:ext uri="{BB962C8B-B14F-4D97-AF65-F5344CB8AC3E}">
        <p14:creationId xmlns:p14="http://schemas.microsoft.com/office/powerpoint/2010/main" val="36578831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FDFCAD-5B44-A1BF-1ACE-B898BD6EC131}"/>
              </a:ext>
            </a:extLst>
          </p:cNvPr>
          <p:cNvSpPr txBox="1"/>
          <p:nvPr/>
        </p:nvSpPr>
        <p:spPr>
          <a:xfrm>
            <a:off x="526026" y="285135"/>
            <a:ext cx="11139948" cy="2739211"/>
          </a:xfrm>
          <a:prstGeom prst="rect">
            <a:avLst/>
          </a:prstGeom>
          <a:noFill/>
        </p:spPr>
        <p:txBody>
          <a:bodyPr wrap="square" rtlCol="0">
            <a:spAutoFit/>
          </a:bodyPr>
          <a:lstStyle/>
          <a:p>
            <a:r>
              <a:rPr lang="en-US" sz="2800" b="1" dirty="0">
                <a:latin typeface="Arial" panose="020B0604020202020204" pitchFamily="34" charset="0"/>
                <a:cs typeface="Arial" panose="020B0604020202020204" pitchFamily="34" charset="0"/>
              </a:rPr>
              <a:t>GIT HUB LINK:</a:t>
            </a:r>
          </a:p>
          <a:p>
            <a:endParaRPr lang="en-US" sz="2800" b="1" dirty="0">
              <a:latin typeface="Arial" panose="020B0604020202020204" pitchFamily="34" charset="0"/>
              <a:cs typeface="Arial" panose="020B0604020202020204" pitchFamily="34" charset="0"/>
            </a:endParaRPr>
          </a:p>
          <a:p>
            <a:r>
              <a:rPr lang="en-IN" sz="2800" dirty="0">
                <a:hlinkClick r:id="rId2"/>
              </a:rPr>
              <a:t>https://github.com/aryan-kudale/CareerCraft-AI</a:t>
            </a:r>
            <a:endParaRPr lang="en-IN" sz="2800" dirty="0"/>
          </a:p>
          <a:p>
            <a:endParaRPr lang="en-IN" sz="2800" b="1" dirty="0">
              <a:latin typeface="Arial" panose="020B0604020202020204" pitchFamily="34" charset="0"/>
              <a:cs typeface="Arial" panose="020B0604020202020204" pitchFamily="34" charset="0"/>
            </a:endParaRPr>
          </a:p>
          <a:p>
            <a:r>
              <a:rPr lang="en-IN" sz="2000" b="1" dirty="0">
                <a:latin typeface="Arial" panose="020B0604020202020204" pitchFamily="34" charset="0"/>
                <a:cs typeface="Arial" panose="020B0604020202020204" pitchFamily="34" charset="0"/>
              </a:rPr>
              <a:t>Project </a:t>
            </a:r>
            <a:r>
              <a:rPr lang="en-IN" sz="2000" b="1" dirty="0" err="1">
                <a:latin typeface="Arial" panose="020B0604020202020204" pitchFamily="34" charset="0"/>
                <a:cs typeface="Arial" panose="020B0604020202020204" pitchFamily="34" charset="0"/>
              </a:rPr>
              <a:t>Title:</a:t>
            </a:r>
            <a:r>
              <a:rPr lang="en-IN" sz="2000" dirty="0" err="1">
                <a:latin typeface="Arial" panose="020B0604020202020204" pitchFamily="34" charset="0"/>
                <a:cs typeface="Arial" panose="020B0604020202020204" pitchFamily="34" charset="0"/>
              </a:rPr>
              <a:t>CareerCraft-AI</a:t>
            </a:r>
            <a:r>
              <a:rPr lang="en-IN" sz="2000" dirty="0">
                <a:latin typeface="Arial" panose="020B0604020202020204" pitchFamily="34" charset="0"/>
                <a:cs typeface="Arial" panose="020B0604020202020204" pitchFamily="34" charset="0"/>
              </a:rPr>
              <a:t> Powered Personalized Career Guidance Assistant</a:t>
            </a:r>
          </a:p>
          <a:p>
            <a:endParaRPr lang="en-IN" sz="2000" b="1" dirty="0">
              <a:latin typeface="Arial" panose="020B0604020202020204" pitchFamily="34" charset="0"/>
              <a:cs typeface="Arial" panose="020B0604020202020204" pitchFamily="34" charset="0"/>
            </a:endParaRPr>
          </a:p>
          <a:p>
            <a:r>
              <a:rPr lang="en-IN" sz="2000" b="1" dirty="0">
                <a:latin typeface="Arial" panose="020B0604020202020204" pitchFamily="34" charset="0"/>
                <a:cs typeface="Arial" panose="020B0604020202020204" pitchFamily="34" charset="0"/>
              </a:rPr>
              <a:t>Developed by: </a:t>
            </a:r>
            <a:r>
              <a:rPr lang="en-IN" sz="2000" dirty="0">
                <a:latin typeface="Arial" panose="020B0604020202020204" pitchFamily="34" charset="0"/>
                <a:cs typeface="Arial" panose="020B0604020202020204" pitchFamily="34" charset="0"/>
              </a:rPr>
              <a:t>Aryan </a:t>
            </a:r>
            <a:r>
              <a:rPr lang="en-IN" sz="2000" dirty="0" err="1">
                <a:latin typeface="Arial" panose="020B0604020202020204" pitchFamily="34" charset="0"/>
                <a:cs typeface="Arial" panose="020B0604020202020204" pitchFamily="34" charset="0"/>
              </a:rPr>
              <a:t>Kudale</a:t>
            </a:r>
            <a:endParaRPr lang="en-IN"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843567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7C7EDE-4B85-1AA5-A29B-30D19FD0F141}"/>
              </a:ext>
            </a:extLst>
          </p:cNvPr>
          <p:cNvSpPr txBox="1"/>
          <p:nvPr/>
        </p:nvSpPr>
        <p:spPr>
          <a:xfrm>
            <a:off x="235974" y="127819"/>
            <a:ext cx="11700387" cy="523220"/>
          </a:xfrm>
          <a:prstGeom prst="rect">
            <a:avLst/>
          </a:prstGeom>
          <a:noFill/>
        </p:spPr>
        <p:txBody>
          <a:bodyPr wrap="square" rtlCol="0">
            <a:spAutoFit/>
          </a:bodyPr>
          <a:lstStyle/>
          <a:p>
            <a:r>
              <a:rPr lang="en-US" sz="2800" b="1" dirty="0">
                <a:latin typeface="Arial" panose="020B0604020202020204" pitchFamily="34" charset="0"/>
                <a:cs typeface="Arial" panose="020B0604020202020204" pitchFamily="34" charset="0"/>
              </a:rPr>
              <a:t>CERTIFICATES  EARNED:</a:t>
            </a:r>
            <a:endParaRPr lang="en-IN" sz="2800" b="1"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D9FA26F5-A5C7-DDF9-ABE2-7DE6C56074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6822" y="651039"/>
            <a:ext cx="8058150" cy="6181725"/>
          </a:xfrm>
          <a:prstGeom prst="rect">
            <a:avLst/>
          </a:prstGeom>
        </p:spPr>
      </p:pic>
    </p:spTree>
    <p:extLst>
      <p:ext uri="{BB962C8B-B14F-4D97-AF65-F5344CB8AC3E}">
        <p14:creationId xmlns:p14="http://schemas.microsoft.com/office/powerpoint/2010/main" val="15002630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175B2F-9A98-4AAB-DE36-86635B6990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5266" y="428625"/>
            <a:ext cx="8010525" cy="6000750"/>
          </a:xfrm>
          <a:prstGeom prst="rect">
            <a:avLst/>
          </a:prstGeom>
        </p:spPr>
      </p:pic>
    </p:spTree>
    <p:extLst>
      <p:ext uri="{BB962C8B-B14F-4D97-AF65-F5344CB8AC3E}">
        <p14:creationId xmlns:p14="http://schemas.microsoft.com/office/powerpoint/2010/main" val="8605220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256928-5714-9E51-A062-884D3734C5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5850" y="328612"/>
            <a:ext cx="10020300" cy="6200775"/>
          </a:xfrm>
          <a:prstGeom prst="rect">
            <a:avLst/>
          </a:prstGeom>
        </p:spPr>
      </p:pic>
    </p:spTree>
    <p:extLst>
      <p:ext uri="{BB962C8B-B14F-4D97-AF65-F5344CB8AC3E}">
        <p14:creationId xmlns:p14="http://schemas.microsoft.com/office/powerpoint/2010/main" val="31669460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4135CB6-9ECB-6AC8-B955-3024F7F28B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2037" y="304800"/>
            <a:ext cx="10067925" cy="6248400"/>
          </a:xfrm>
          <a:prstGeom prst="rect">
            <a:avLst/>
          </a:prstGeom>
        </p:spPr>
      </p:pic>
    </p:spTree>
    <p:extLst>
      <p:ext uri="{BB962C8B-B14F-4D97-AF65-F5344CB8AC3E}">
        <p14:creationId xmlns:p14="http://schemas.microsoft.com/office/powerpoint/2010/main" val="29510947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091AAF-FE61-A56C-4935-72450DCB4B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275" y="342900"/>
            <a:ext cx="10077450" cy="6172200"/>
          </a:xfrm>
          <a:prstGeom prst="rect">
            <a:avLst/>
          </a:prstGeom>
        </p:spPr>
      </p:pic>
    </p:spTree>
    <p:extLst>
      <p:ext uri="{BB962C8B-B14F-4D97-AF65-F5344CB8AC3E}">
        <p14:creationId xmlns:p14="http://schemas.microsoft.com/office/powerpoint/2010/main" val="19154903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B625BFC-525B-E064-14C3-86900C704B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2037" y="304800"/>
            <a:ext cx="10067925" cy="6248400"/>
          </a:xfrm>
          <a:prstGeom prst="rect">
            <a:avLst/>
          </a:prstGeom>
        </p:spPr>
      </p:pic>
    </p:spTree>
    <p:extLst>
      <p:ext uri="{BB962C8B-B14F-4D97-AF65-F5344CB8AC3E}">
        <p14:creationId xmlns:p14="http://schemas.microsoft.com/office/powerpoint/2010/main" val="27805091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7CCBA90-B3CB-CD36-F177-AA3426A524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extLst>
      <p:ext uri="{BB962C8B-B14F-4D97-AF65-F5344CB8AC3E}">
        <p14:creationId xmlns:p14="http://schemas.microsoft.com/office/powerpoint/2010/main" val="13820241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91C44A6-FE02-4193-8673-726B53ADECDB}"/>
              </a:ext>
            </a:extLst>
          </p:cNvPr>
          <p:cNvSpPr txBox="1"/>
          <p:nvPr/>
        </p:nvSpPr>
        <p:spPr>
          <a:xfrm>
            <a:off x="698090" y="304800"/>
            <a:ext cx="11031794" cy="5570756"/>
          </a:xfrm>
          <a:prstGeom prst="rect">
            <a:avLst/>
          </a:prstGeom>
          <a:noFill/>
        </p:spPr>
        <p:txBody>
          <a:bodyPr wrap="square" rtlCol="0">
            <a:spAutoFit/>
          </a:bodyPr>
          <a:lstStyle/>
          <a:p>
            <a:pPr algn="ctr"/>
            <a:endParaRPr lang="en-US" sz="6000" dirty="0">
              <a:latin typeface="Arial" panose="020B0604020202020204" pitchFamily="34" charset="0"/>
              <a:cs typeface="Arial" panose="020B0604020202020204" pitchFamily="34" charset="0"/>
            </a:endParaRPr>
          </a:p>
          <a:p>
            <a:pPr algn="ctr"/>
            <a:endParaRPr lang="en-US" sz="6000" dirty="0">
              <a:latin typeface="Arial" panose="020B0604020202020204" pitchFamily="34" charset="0"/>
              <a:cs typeface="Arial" panose="020B0604020202020204" pitchFamily="34" charset="0"/>
            </a:endParaRPr>
          </a:p>
          <a:p>
            <a:pPr algn="ctr"/>
            <a:r>
              <a:rPr lang="en-US" sz="6000" dirty="0">
                <a:latin typeface="Arial" panose="020B0604020202020204" pitchFamily="34" charset="0"/>
                <a:cs typeface="Arial" panose="020B0604020202020204" pitchFamily="34" charset="0"/>
              </a:rPr>
              <a:t>THANK  YOU !!</a:t>
            </a:r>
          </a:p>
          <a:p>
            <a:pPr algn="ctr"/>
            <a:endParaRPr lang="en-US" sz="6000" dirty="0">
              <a:latin typeface="Arial" panose="020B0604020202020204" pitchFamily="34" charset="0"/>
              <a:cs typeface="Arial" panose="020B0604020202020204" pitchFamily="34" charset="0"/>
            </a:endParaRPr>
          </a:p>
          <a:p>
            <a:pPr algn="ctr"/>
            <a:endParaRPr lang="en-US" sz="6000" dirty="0">
              <a:latin typeface="Arial" panose="020B0604020202020204" pitchFamily="34" charset="0"/>
              <a:cs typeface="Arial" panose="020B0604020202020204" pitchFamily="34" charset="0"/>
            </a:endParaRPr>
          </a:p>
          <a:p>
            <a:pPr algn="ctr"/>
            <a:r>
              <a:rPr lang="en-US" sz="2800" dirty="0">
                <a:latin typeface="Arial" panose="020B0604020202020204" pitchFamily="34" charset="0"/>
                <a:cs typeface="Arial" panose="020B0604020202020204" pitchFamily="34" charset="0"/>
              </a:rPr>
              <a:t>Thank you for your time and interest</a:t>
            </a:r>
          </a:p>
          <a:p>
            <a:pPr algn="ct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474828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597</TotalTime>
  <Words>1147</Words>
  <Application>Microsoft Office PowerPoint</Application>
  <PresentationFormat>Widescreen</PresentationFormat>
  <Paragraphs>151</Paragraphs>
  <Slides>36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aryank019@outlook.com</dc:creator>
  <cp:lastModifiedBy>aryank019@outlook.com</cp:lastModifiedBy>
  <cp:revision>3</cp:revision>
  <dcterms:created xsi:type="dcterms:W3CDTF">2026-07-05T05:56:50Z</dcterms:created>
  <dcterms:modified xsi:type="dcterms:W3CDTF">2026-09-02T04:14:13Z</dcterms:modified>
</cp:coreProperties>
</file>